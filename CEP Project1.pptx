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8" r:id="rId1"/>
  </p:sldMasterIdLst>
  <p:sldIdLst>
    <p:sldId id="256" r:id="rId2"/>
    <p:sldId id="257" r:id="rId3"/>
    <p:sldId id="258" r:id="rId4"/>
    <p:sldId id="259" r:id="rId5"/>
    <p:sldId id="260" r:id="rId6"/>
    <p:sldId id="261" r:id="rId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D88B4F-AF11-E7C5-86CE-E53BD8F3758A}" v="654" dt="2026-10-20T02:50:21.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59" autoAdjust="0"/>
    <p:restoredTop sz="94660"/>
  </p:normalViewPr>
  <p:slideViewPr>
    <p:cSldViewPr snapToGrid="0">
      <p:cViewPr varScale="1">
        <p:scale>
          <a:sx n="61" d="100"/>
          <a:sy n="61" d="100"/>
        </p:scale>
        <p:origin x="84" y="3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DEC014E-32E8-BC91-190E-85B3C74C9203}"/>
              </a:ext>
            </a:extLst>
          </p:cNvPr>
          <p:cNvSpPr>
            <a:spLocks noGrp="1"/>
          </p:cNvSpPr>
          <p:nvPr>
            <p:ph type="title"/>
          </p:nvPr>
        </p:nvSpPr>
        <p:spPr>
          <a:xfrm>
            <a:off x="6857998" y="964075"/>
            <a:ext cx="4654297" cy="3739896"/>
          </a:xfrm>
        </p:spPr>
        <p:txBody>
          <a:body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58000" y="4822842"/>
            <a:ext cx="4206240" cy="1380744"/>
          </a:xfrm>
        </p:spPr>
        <p:txBody>
          <a:bodyPr anchor="t" anchorCtr="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3" name="Footer Placeholder 12">
            <a:extLst>
              <a:ext uri="{FF2B5EF4-FFF2-40B4-BE49-F238E27FC236}">
                <a16:creationId xmlns:a16="http://schemas.microsoft.com/office/drawing/2014/main" id="{B2603722-CE80-C718-39E9-BB79F1F68C31}"/>
              </a:ext>
            </a:extLst>
          </p:cNvPr>
          <p:cNvSpPr>
            <a:spLocks noGrp="1"/>
          </p:cNvSpPr>
          <p:nvPr>
            <p:ph type="ftr" sz="quarter" idx="15"/>
          </p:nvPr>
        </p:nvSpPr>
        <p:spPr/>
        <p:txBody>
          <a:bodyPr/>
          <a:lstStyle>
            <a:lvl1pPr>
              <a:defRPr>
                <a:solidFill>
                  <a:schemeClr val="tx1"/>
                </a:solidFill>
              </a:defRPr>
            </a:lvl1pPr>
          </a:lstStyle>
          <a:p>
            <a:r>
              <a:rPr lang="en-US" dirty="0"/>
              <a:t>
              </a:t>
            </a:r>
          </a:p>
        </p:txBody>
      </p:sp>
      <p:sp>
        <p:nvSpPr>
          <p:cNvPr id="10" name="Picture Placeholder 9">
            <a:extLst>
              <a:ext uri="{FF2B5EF4-FFF2-40B4-BE49-F238E27FC236}">
                <a16:creationId xmlns:a16="http://schemas.microsoft.com/office/drawing/2014/main" id="{884C280F-E753-FE97-A722-F86168AC97B1}"/>
              </a:ext>
            </a:extLst>
          </p:cNvPr>
          <p:cNvSpPr>
            <a:spLocks noGrp="1" noChangeAspect="1"/>
          </p:cNvSpPr>
          <p:nvPr>
            <p:ph type="pic" sz="quarter" idx="13" hasCustomPrompt="1"/>
          </p:nvPr>
        </p:nvSpPr>
        <p:spPr>
          <a:xfrm>
            <a:off x="841248" y="964074"/>
            <a:ext cx="5403280" cy="5258929"/>
          </a:xfrm>
          <a:custGeom>
            <a:avLst/>
            <a:gdLst/>
            <a:ahLst/>
            <a:cxnLst/>
            <a:rect l="l" t="t" r="r" b="b"/>
            <a:pathLst>
              <a:path w="5403280" h="5258929">
                <a:moveTo>
                  <a:pt x="2701640" y="0"/>
                </a:moveTo>
                <a:cubicBezTo>
                  <a:pt x="4193715" y="0"/>
                  <a:pt x="5403280" y="1209565"/>
                  <a:pt x="5403280" y="2701640"/>
                </a:cubicBezTo>
                <a:lnTo>
                  <a:pt x="5403280" y="5258929"/>
                </a:lnTo>
                <a:lnTo>
                  <a:pt x="0" y="5258929"/>
                </a:lnTo>
                <a:lnTo>
                  <a:pt x="0" y="2701640"/>
                </a:lnTo>
                <a:cubicBezTo>
                  <a:pt x="0" y="1209565"/>
                  <a:pt x="1209565" y="0"/>
                  <a:pt x="2701640" y="0"/>
                </a:cubicBezTo>
                <a:close/>
              </a:path>
            </a:pathLst>
          </a:custGeom>
          <a:blipFill>
            <a:blip r:embed="rId2">
              <a:alphaModFix amt="70000"/>
              <a:extLst>
                <a:ext uri="{28A0092B-C50C-407E-A947-70E740481C1C}">
                  <a14:useLocalDpi xmlns:a14="http://schemas.microsoft.com/office/drawing/2010/main" val="0"/>
                </a:ext>
              </a:extLst>
            </a:blip>
            <a:stretch>
              <a:fillRect/>
            </a:stretch>
          </a:blipFill>
          <a:ln w="6350">
            <a:noFill/>
          </a:ln>
        </p:spPr>
        <p:txBody>
          <a:bodyPr wrap="square" anchor="t">
            <a:noAutofit/>
          </a:bodyPr>
          <a:lstStyle>
            <a:lvl1pPr>
              <a:defRPr>
                <a:solidFill>
                  <a:schemeClr val="tx1"/>
                </a:solidFill>
              </a:defRPr>
            </a:lvl1pPr>
          </a:lstStyle>
          <a:p>
            <a:endParaRPr/>
          </a:p>
        </p:txBody>
      </p:sp>
      <p:sp>
        <p:nvSpPr>
          <p:cNvPr id="4" name="Date Placeholder 3">
            <a:extLst>
              <a:ext uri="{FF2B5EF4-FFF2-40B4-BE49-F238E27FC236}">
                <a16:creationId xmlns:a16="http://schemas.microsoft.com/office/drawing/2014/main" id="{EE117A08-C834-F239-A3DF-2D1295F0AE4C}"/>
              </a:ext>
            </a:extLst>
          </p:cNvPr>
          <p:cNvSpPr>
            <a:spLocks noGrp="1"/>
          </p:cNvSpPr>
          <p:nvPr>
            <p:ph type="dt" sz="half" idx="10"/>
          </p:nvPr>
        </p:nvSpPr>
        <p:spPr>
          <a:xfrm rot="5400000">
            <a:off x="10425981" y="4687095"/>
            <a:ext cx="2706690" cy="365125"/>
          </a:xfrm>
        </p:spPr>
        <p:txBody>
          <a:bodyPr/>
          <a:lstStyle/>
          <a:p>
            <a:fld id="{7FA43F5B-065E-43CE-B3FD-98C48A6F94D7}" type="datetimeFigureOut">
              <a:rPr lang="en-US" dirty="0"/>
              <a:t>10/19/2026</a:t>
            </a:fld>
            <a:endParaRPr lang="en-US" dirty="0"/>
          </a:p>
        </p:txBody>
      </p:sp>
      <p:sp>
        <p:nvSpPr>
          <p:cNvPr id="14" name="Slide Number Placeholder 13">
            <a:extLst>
              <a:ext uri="{FF2B5EF4-FFF2-40B4-BE49-F238E27FC236}">
                <a16:creationId xmlns:a16="http://schemas.microsoft.com/office/drawing/2014/main" id="{7E80C6A5-61FE-078D-49D9-31BD1294014C}"/>
              </a:ext>
            </a:extLst>
          </p:cNvPr>
          <p:cNvSpPr>
            <a:spLocks noGrp="1"/>
          </p:cNvSpPr>
          <p:nvPr>
            <p:ph type="sldNum" sz="quarter" idx="16"/>
          </p:nvPr>
        </p:nvSpPr>
        <p:spPr/>
        <p:txBody>
          <a:bodyPr/>
          <a:lstStyle>
            <a:lvl1pPr>
              <a:defRPr>
                <a:solidFill>
                  <a:schemeClr val="tx1"/>
                </a:solidFill>
              </a:defRPr>
            </a:lvl1pPr>
          </a:lstStyle>
          <a:p>
            <a:fld id="{2DE90F28-AFBB-4AB2-AA79-6D3F72ED131B}" type="slidenum">
              <a:rPr lang="en-US" dirty="0"/>
              <a:pPr/>
              <a:t>‹#›</a:t>
            </a:fld>
            <a:endParaRPr lang="en-US" dirty="0"/>
          </a:p>
        </p:txBody>
      </p:sp>
    </p:spTree>
    <p:extLst>
      <p:ext uri="{BB962C8B-B14F-4D97-AF65-F5344CB8AC3E}">
        <p14:creationId xmlns:p14="http://schemas.microsoft.com/office/powerpoint/2010/main" val="164022308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E6C4595-90D4-94E6-CEBA-82807457D2BE}"/>
              </a:ext>
            </a:extLst>
          </p:cNvPr>
          <p:cNvSpPr>
            <a:spLocks noGrp="1"/>
          </p:cNvSpPr>
          <p:nvPr>
            <p:ph type="title"/>
          </p:nvPr>
        </p:nvSpPr>
        <p:spPr>
          <a:xfrm>
            <a:off x="731520" y="365760"/>
            <a:ext cx="10741152" cy="1132258"/>
          </a:xfrm>
        </p:spPr>
        <p:txBody>
          <a:bodyPr/>
          <a:lstStyle/>
          <a:p>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731520" y="1658679"/>
            <a:ext cx="10780776" cy="4925000"/>
          </a:xfrm>
        </p:spPr>
        <p:txBody>
          <a:bodyPr>
            <a:normAutofit/>
          </a:bodyPr>
          <a:lstStyle>
            <a:lvl1pPr>
              <a:defRPr sz="1800">
                <a:solidFill>
                  <a:schemeClr val="tx1"/>
                </a:solidFill>
              </a:defRPr>
            </a:lvl1pPr>
            <a:lvl2pPr>
              <a:defRPr sz="1600">
                <a:solidFill>
                  <a:schemeClr val="tx1"/>
                </a:solidFill>
              </a:defRPr>
            </a:lvl2pPr>
            <a:lvl3pPr>
              <a:defRPr sz="1400">
                <a:solidFill>
                  <a:schemeClr val="tx1"/>
                </a:solidFill>
              </a:defRPr>
            </a:lvl3pPr>
            <a:lvl4pPr>
              <a:defRPr sz="1200">
                <a:solidFill>
                  <a:schemeClr val="tx1"/>
                </a:solidFill>
              </a:defRPr>
            </a:lvl4pPr>
            <a:lvl5pPr>
              <a:defRPr sz="12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EEE6A364-A39C-470E-B89A-9BD899585684}"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spTree>
    <p:extLst>
      <p:ext uri="{BB962C8B-B14F-4D97-AF65-F5344CB8AC3E}">
        <p14:creationId xmlns:p14="http://schemas.microsoft.com/office/powerpoint/2010/main" val="2993537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5218032"/>
            <a:ext cx="10972800" cy="786384"/>
          </a:xfrm>
        </p:spPr>
        <p:txBody>
          <a:bodyPr anchor="b">
            <a:normAutofit/>
          </a:bodyPr>
          <a:lstStyle>
            <a:lvl1pPr algn="ctr">
              <a:defRPr sz="44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600" y="5972629"/>
            <a:ext cx="10972800" cy="480373"/>
          </a:xfrm>
        </p:spPr>
        <p:txBody>
          <a:bodyPr anchor="t">
            <a:normAutofit/>
          </a:bodyPr>
          <a:lstStyle>
            <a:lvl1pPr marL="0" indent="0" algn="ctr">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noChangeAspect="1"/>
          </p:cNvSpPr>
          <p:nvPr>
            <p:ph type="pic" sz="quarter" idx="13" hasCustomPrompt="1"/>
          </p:nvPr>
        </p:nvSpPr>
        <p:spPr>
          <a:xfrm>
            <a:off x="0" y="0"/>
            <a:ext cx="12191999" cy="4986425"/>
          </a:xfrm>
          <a:blipFill>
            <a:blip r:embed="rId2">
              <a:alphaModFix amt="70000"/>
              <a:extLst>
                <a:ext uri="{28A0092B-C50C-407E-A947-70E740481C1C}">
                  <a14:useLocalDpi xmlns:a14="http://schemas.microsoft.com/office/drawing/2010/main" val="0"/>
                </a:ext>
              </a:extLst>
            </a:blip>
            <a:stretch>
              <a:fillRect/>
            </a:stretch>
          </a:blipFill>
        </p:spPr>
        <p:txBody>
          <a:bodyPr anchor="t"/>
          <a:lstStyle>
            <a:lvl1pPr>
              <a:defRPr>
                <a:solidFill>
                  <a:schemeClr val="tx1"/>
                </a:solidFill>
              </a:defRPr>
            </a:lvl1pPr>
          </a:lstStyle>
          <a:p>
            <a:endParaRPr/>
          </a:p>
        </p:txBody>
      </p:sp>
      <p:sp>
        <p:nvSpPr>
          <p:cNvPr id="6" name="Footer Placeholder 5">
            <a:extLst>
              <a:ext uri="{FF2B5EF4-FFF2-40B4-BE49-F238E27FC236}">
                <a16:creationId xmlns:a16="http://schemas.microsoft.com/office/drawing/2014/main" id="{8C88BD73-E6AB-68A9-F41B-313E0C44777C}"/>
              </a:ext>
            </a:extLst>
          </p:cNvPr>
          <p:cNvSpPr>
            <a:spLocks noGrp="1"/>
          </p:cNvSpPr>
          <p:nvPr>
            <p:ph type="ftr" sz="quarter" idx="15"/>
          </p:nvPr>
        </p:nvSpPr>
        <p:spPr>
          <a:xfrm rot="16200000">
            <a:off x="-396119" y="5787191"/>
            <a:ext cx="1503444" cy="365125"/>
          </a:xfrm>
        </p:spPr>
        <p:txBody>
          <a:bodyPr/>
          <a:lstStyle/>
          <a:p>
            <a:r>
              <a:rPr lang="en-US" dirty="0"/>
              <a:t>
              </a:t>
            </a:r>
          </a:p>
        </p:txBody>
      </p:sp>
      <p:sp>
        <p:nvSpPr>
          <p:cNvPr id="5" name="Date Placeholder 4">
            <a:extLst>
              <a:ext uri="{FF2B5EF4-FFF2-40B4-BE49-F238E27FC236}">
                <a16:creationId xmlns:a16="http://schemas.microsoft.com/office/drawing/2014/main" id="{BEAA6162-61A3-2C41-311C-F407FC4B4DA9}"/>
              </a:ext>
            </a:extLst>
          </p:cNvPr>
          <p:cNvSpPr>
            <a:spLocks noGrp="1"/>
          </p:cNvSpPr>
          <p:nvPr>
            <p:ph type="dt" sz="half" idx="14"/>
          </p:nvPr>
        </p:nvSpPr>
        <p:spPr/>
        <p:txBody>
          <a:bodyPr/>
          <a:lstStyle/>
          <a:p>
            <a:fld id="{7FA43F5B-065E-43CE-B3FD-98C48A6F94D7}" type="datetimeFigureOut">
              <a:rPr lang="en-US" dirty="0"/>
              <a:t>10/19/2026</a:t>
            </a:fld>
            <a:endParaRPr lang="en-US" dirty="0"/>
          </a:p>
        </p:txBody>
      </p:sp>
      <p:cxnSp>
        <p:nvCxnSpPr>
          <p:cNvPr id="4" name="Straight Connector 3">
            <a:extLst>
              <a:ext uri="{FF2B5EF4-FFF2-40B4-BE49-F238E27FC236}">
                <a16:creationId xmlns:a16="http://schemas.microsoft.com/office/drawing/2014/main" id="{1DABF624-39B6-C7A2-98E7-26593626B429}"/>
              </a:ext>
              <a:ext uri="{C183D7F6-B498-43B3-948B-1728B52AA6E4}">
                <adec:decorative xmlns:adec="http://schemas.microsoft.com/office/drawing/2017/decorative" val="1"/>
              </a:ext>
            </a:extLst>
          </p:cNvPr>
          <p:cNvCxnSpPr>
            <a:cxnSpLocks/>
          </p:cNvCxnSpPr>
          <p:nvPr/>
        </p:nvCxnSpPr>
        <p:spPr>
          <a:xfrm flipH="1">
            <a:off x="4" y="498994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Slide Number Placeholder 6">
            <a:extLst>
              <a:ext uri="{FF2B5EF4-FFF2-40B4-BE49-F238E27FC236}">
                <a16:creationId xmlns:a16="http://schemas.microsoft.com/office/drawing/2014/main" id="{BE6B102F-64E7-9387-1F8F-DB4AC825773A}"/>
              </a:ext>
            </a:extLst>
          </p:cNvPr>
          <p:cNvSpPr>
            <a:spLocks noGrp="1"/>
          </p:cNvSpPr>
          <p:nvPr>
            <p:ph type="sldNum" sz="quarter" idx="16"/>
          </p:nvPr>
        </p:nvSpPr>
        <p:spPr/>
        <p:txBody>
          <a:bodyPr/>
          <a:lstStyle/>
          <a:p>
            <a:fld id="{2DE90F28-AFBB-4AB2-AA79-6D3F72ED131B}" type="slidenum">
              <a:rPr lang="en-US" dirty="0"/>
              <a:t>‹#›</a:t>
            </a:fld>
            <a:endParaRPr lang="en-US" dirty="0"/>
          </a:p>
        </p:txBody>
      </p:sp>
    </p:spTree>
    <p:extLst>
      <p:ext uri="{BB962C8B-B14F-4D97-AF65-F5344CB8AC3E}">
        <p14:creationId xmlns:p14="http://schemas.microsoft.com/office/powerpoint/2010/main" val="236929280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CE84C31D-CC85-27E5-FD9F-627C926D5A22}"/>
              </a:ext>
            </a:extLst>
          </p:cNvPr>
          <p:cNvSpPr>
            <a:spLocks noGrp="1"/>
          </p:cNvSpPr>
          <p:nvPr>
            <p:ph type="title"/>
          </p:nvPr>
        </p:nvSpPr>
        <p:spPr>
          <a:xfrm>
            <a:off x="838200" y="2578608"/>
            <a:ext cx="7879335" cy="3592629"/>
          </a:xfrm>
        </p:spPr>
        <p:txBody>
          <a:bodyPr>
            <a:normAutofit/>
          </a:bodyPr>
          <a:lstStyle>
            <a:lvl1pPr>
              <a:defRPr sz="6000"/>
            </a:lvl1pPr>
          </a:lstStyle>
          <a:p>
            <a:r>
              <a:rPr lang="en-US" dirty="0"/>
              <a:t>Click to edit Master title style</a:t>
            </a:r>
          </a:p>
        </p:txBody>
      </p:sp>
      <p:cxnSp>
        <p:nvCxnSpPr>
          <p:cNvPr id="7" name="Straight Connector 6">
            <a:extLst>
              <a:ext uri="{FF2B5EF4-FFF2-40B4-BE49-F238E27FC236}">
                <a16:creationId xmlns:a16="http://schemas.microsoft.com/office/drawing/2014/main" id="{A10B934F-7AD0-6CA4-BC4D-9CC30854BF9C}"/>
              </a:ext>
              <a:ext uri="{C183D7F6-B498-43B3-948B-1728B52AA6E4}">
                <adec:decorative xmlns:adec="http://schemas.microsoft.com/office/drawing/2017/decorative" val="1"/>
              </a:ext>
            </a:extLst>
          </p:cNvPr>
          <p:cNvCxnSpPr>
            <a:cxnSpLocks/>
          </p:cNvCxnSpPr>
          <p:nvPr/>
        </p:nvCxnSpPr>
        <p:spPr>
          <a:xfrm flipH="1">
            <a:off x="4" y="171450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FF6486-38AE-54F6-E2F3-8B944C3F1B94}"/>
              </a:ext>
            </a:extLst>
          </p:cNvPr>
          <p:cNvSpPr>
            <a:spLocks noGrp="1"/>
          </p:cNvSpPr>
          <p:nvPr>
            <p:ph type="ftr" sz="quarter" idx="11"/>
          </p:nvPr>
        </p:nvSpPr>
        <p:spPr/>
        <p:txBody>
          <a:bodyPr/>
          <a:lstStyle/>
          <a:p>
            <a:r>
              <a:rPr lang="en-US" dirty="0"/>
              <a:t>
              </a:t>
            </a:r>
          </a:p>
        </p:txBody>
      </p:sp>
      <p:sp>
        <p:nvSpPr>
          <p:cNvPr id="16" name="Text Placeholder 15">
            <a:extLst>
              <a:ext uri="{FF2B5EF4-FFF2-40B4-BE49-F238E27FC236}">
                <a16:creationId xmlns:a16="http://schemas.microsoft.com/office/drawing/2014/main" id="{341BD916-71AE-106E-105D-01655950FC48}"/>
              </a:ext>
            </a:extLst>
          </p:cNvPr>
          <p:cNvSpPr>
            <a:spLocks noGrp="1"/>
          </p:cNvSpPr>
          <p:nvPr>
            <p:ph type="body" sz="quarter" idx="15"/>
          </p:nvPr>
        </p:nvSpPr>
        <p:spPr>
          <a:xfrm>
            <a:off x="3987800" y="368300"/>
            <a:ext cx="7375525" cy="1014413"/>
          </a:xfrm>
        </p:spPr>
        <p:txBody>
          <a:bodyPr anchor="ctr">
            <a:normAutofit/>
          </a:bodyPr>
          <a:lstStyle>
            <a:lvl1pPr algn="r">
              <a:defRPr sz="2000"/>
            </a:lvl1pPr>
          </a:lstStyle>
          <a:p>
            <a:pPr lvl="0"/>
            <a:r>
              <a:rPr lang="en-US" dirty="0"/>
              <a:t>Click to edit Master text styles</a:t>
            </a:r>
          </a:p>
        </p:txBody>
      </p:sp>
      <p:sp>
        <p:nvSpPr>
          <p:cNvPr id="4" name="Date Placeholder 3">
            <a:extLst>
              <a:ext uri="{FF2B5EF4-FFF2-40B4-BE49-F238E27FC236}">
                <a16:creationId xmlns:a16="http://schemas.microsoft.com/office/drawing/2014/main" id="{68FD0054-227E-4953-9BB1-7141F90243F6}"/>
              </a:ext>
            </a:extLst>
          </p:cNvPr>
          <p:cNvSpPr>
            <a:spLocks noGrp="1"/>
          </p:cNvSpPr>
          <p:nvPr>
            <p:ph type="dt" sz="half" idx="10"/>
          </p:nvPr>
        </p:nvSpPr>
        <p:spPr/>
        <p:txBody>
          <a:bodyPr/>
          <a:lstStyle/>
          <a:p>
            <a:fld id="{7FA43F5B-065E-43CE-B3FD-98C48A6F94D7}" type="datetimeFigureOut">
              <a:rPr lang="en-US" dirty="0"/>
              <a:t>10/19/2026</a:t>
            </a:fld>
            <a:endParaRPr lang="en-US" dirty="0"/>
          </a:p>
        </p:txBody>
      </p:sp>
      <p:sp>
        <p:nvSpPr>
          <p:cNvPr id="6" name="Slide Number Placeholder 5">
            <a:extLst>
              <a:ext uri="{FF2B5EF4-FFF2-40B4-BE49-F238E27FC236}">
                <a16:creationId xmlns:a16="http://schemas.microsoft.com/office/drawing/2014/main" id="{8542E0F1-15E9-E241-9959-A6D46B69EE92}"/>
              </a:ext>
            </a:extLst>
          </p:cNvPr>
          <p:cNvSpPr>
            <a:spLocks noGrp="1"/>
          </p:cNvSpPr>
          <p:nvPr>
            <p:ph type="sldNum" sz="quarter" idx="12"/>
          </p:nvPr>
        </p:nvSpPr>
        <p:spPr/>
        <p:txBody>
          <a:bodyPr/>
          <a:lstStyle/>
          <a:p>
            <a:fld id="{2DE90F28-AFBB-4AB2-AA79-6D3F72ED131B}" type="slidenum">
              <a:rPr lang="en-US" dirty="0"/>
              <a:t>‹#›</a:t>
            </a:fld>
            <a:endParaRPr lang="en-US" dirty="0"/>
          </a:p>
        </p:txBody>
      </p:sp>
    </p:spTree>
    <p:extLst>
      <p:ext uri="{BB962C8B-B14F-4D97-AF65-F5344CB8AC3E}">
        <p14:creationId xmlns:p14="http://schemas.microsoft.com/office/powerpoint/2010/main" val="275787620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42852-3CDE-22AD-D5F0-AAF8279A0910}"/>
              </a:ext>
            </a:extLst>
          </p:cNvPr>
          <p:cNvSpPr>
            <a:spLocks noGrp="1"/>
          </p:cNvSpPr>
          <p:nvPr>
            <p:ph type="title"/>
          </p:nvPr>
        </p:nvSpPr>
        <p:spPr>
          <a:xfrm>
            <a:off x="838200" y="859536"/>
            <a:ext cx="9546336" cy="3675885"/>
          </a:xfrm>
        </p:spPr>
        <p:txBody>
          <a:bodyPr anchor="t">
            <a:normAutofit/>
          </a:bodyPr>
          <a:lstStyle>
            <a:lvl1pPr>
              <a:defRPr sz="6000"/>
            </a:lvl1pPr>
          </a:lstStyle>
          <a:p>
            <a:r>
              <a:rPr lang="en-US" dirty="0"/>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EEE2A7A0-B9EE-41A8-8016-28E5803F20B2}"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cxnSp>
        <p:nvCxnSpPr>
          <p:cNvPr id="7" name="Straight Connector 6">
            <a:extLst>
              <a:ext uri="{FF2B5EF4-FFF2-40B4-BE49-F238E27FC236}">
                <a16:creationId xmlns:a16="http://schemas.microsoft.com/office/drawing/2014/main" id="{C4D523C5-E38D-F0DE-48C0-B6B8404B63BF}"/>
              </a:ext>
              <a:ext uri="{C183D7F6-B498-43B3-948B-1728B52AA6E4}">
                <adec:decorative xmlns:adec="http://schemas.microsoft.com/office/drawing/2017/decorative" val="1"/>
              </a:ext>
            </a:extLst>
          </p:cNvPr>
          <p:cNvCxnSpPr>
            <a:cxnSpLocks/>
          </p:cNvCxnSpPr>
          <p:nvPr/>
        </p:nvCxnSpPr>
        <p:spPr>
          <a:xfrm flipH="1">
            <a:off x="4" y="514350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161081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C4EF7E11-76D4-64FA-465B-165405450121}"/>
              </a:ext>
            </a:extLst>
          </p:cNvPr>
          <p:cNvSpPr>
            <a:spLocks noGrp="1"/>
          </p:cNvSpPr>
          <p:nvPr>
            <p:ph type="title"/>
          </p:nvPr>
        </p:nvSpPr>
        <p:spPr>
          <a:xfrm>
            <a:off x="1285947" y="1296083"/>
            <a:ext cx="4353325" cy="4265835"/>
          </a:xfrm>
          <a:custGeom>
            <a:avLst/>
            <a:gdLst/>
            <a:ahLst/>
            <a:cxnLst/>
            <a:rect l="l" t="t" r="r" b="b"/>
            <a:pathLst>
              <a:path w="4353325" h="4265835">
                <a:moveTo>
                  <a:pt x="2176663" y="0"/>
                </a:moveTo>
                <a:cubicBezTo>
                  <a:pt x="3378800" y="0"/>
                  <a:pt x="4353325" y="974525"/>
                  <a:pt x="4353325" y="2176662"/>
                </a:cubicBezTo>
                <a:lnTo>
                  <a:pt x="4353325" y="2712923"/>
                </a:lnTo>
                <a:lnTo>
                  <a:pt x="4353325" y="3733873"/>
                </a:lnTo>
                <a:lnTo>
                  <a:pt x="4353325" y="4265835"/>
                </a:lnTo>
                <a:lnTo>
                  <a:pt x="0" y="4265835"/>
                </a:lnTo>
                <a:lnTo>
                  <a:pt x="0" y="3733873"/>
                </a:lnTo>
                <a:lnTo>
                  <a:pt x="0" y="2712923"/>
                </a:lnTo>
                <a:lnTo>
                  <a:pt x="0" y="2176662"/>
                </a:lnTo>
                <a:cubicBezTo>
                  <a:pt x="0" y="974525"/>
                  <a:pt x="974525" y="0"/>
                  <a:pt x="2176663" y="0"/>
                </a:cubicBezTo>
                <a:close/>
              </a:path>
            </a:pathLst>
          </a:custGeom>
          <a:ln w="6350">
            <a:solidFill>
              <a:schemeClr val="tx1"/>
            </a:solidFill>
          </a:ln>
        </p:spPr>
        <p:txBody>
          <a:bodyPr wrap="square" lIns="182880" tIns="914400" rIns="182880" anchor="ctr" anchorCtr="0">
            <a:noAutofit/>
          </a:bodyPr>
          <a:lstStyle>
            <a:lvl1pPr algn="ctr">
              <a:defRPr sz="3200">
                <a:solidFill>
                  <a:schemeClr val="tx1"/>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535056" y="1296083"/>
            <a:ext cx="4325112" cy="4265835"/>
          </a:xfrm>
        </p:spPr>
        <p:txBody>
          <a:bodyPr anchor="b" anchorCtr="0"/>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F53D6F41-6645-4089-A6BB-7B692A44A4CC}"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spTree>
    <p:extLst>
      <p:ext uri="{BB962C8B-B14F-4D97-AF65-F5344CB8AC3E}">
        <p14:creationId xmlns:p14="http://schemas.microsoft.com/office/powerpoint/2010/main" val="38184850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05B5E-C545-4763-BA47-4C2C0FCA514D}"/>
              </a:ext>
            </a:extLst>
          </p:cNvPr>
          <p:cNvSpPr>
            <a:spLocks noGrp="1"/>
          </p:cNvSpPr>
          <p:nvPr>
            <p:ph type="title"/>
          </p:nvPr>
        </p:nvSpPr>
        <p:spPr>
          <a:xfrm>
            <a:off x="1060704" y="4608576"/>
            <a:ext cx="4169664" cy="1609344"/>
          </a:xfrm>
        </p:spPr>
        <p:txBody>
          <a:bodyPr anchor="t" anchorCtr="0">
            <a:noAutofit/>
          </a:bodyPr>
          <a:lstStyle>
            <a:lvl1pPr algn="ctr">
              <a:defRPr sz="4400">
                <a:solidFill>
                  <a:schemeClr val="tx1"/>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C79D23AA-8F22-4B09-8FAA-CD16E5D66C5D}"/>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8" name="Picture Placeholder 7">
            <a:extLst>
              <a:ext uri="{FF2B5EF4-FFF2-40B4-BE49-F238E27FC236}">
                <a16:creationId xmlns:a16="http://schemas.microsoft.com/office/drawing/2014/main" id="{4E5AAB3D-814D-597A-6ADE-F522A8116DCD}"/>
              </a:ext>
            </a:extLst>
          </p:cNvPr>
          <p:cNvSpPr>
            <a:spLocks noGrp="1" noChangeAspect="1"/>
          </p:cNvSpPr>
          <p:nvPr>
            <p:ph type="pic" idx="13" hasCustomPrompt="1"/>
          </p:nvPr>
        </p:nvSpPr>
        <p:spPr>
          <a:xfrm>
            <a:off x="1257301" y="1097280"/>
            <a:ext cx="3776470" cy="3168100"/>
          </a:xfrm>
          <a:custGeom>
            <a:avLst/>
            <a:gdLst/>
            <a:ahLst/>
            <a:cxnLst/>
            <a:rect l="l" t="t" r="r" b="b"/>
            <a:pathLst>
              <a:path w="3776470" h="3168100">
                <a:moveTo>
                  <a:pt x="1888235" y="0"/>
                </a:moveTo>
                <a:cubicBezTo>
                  <a:pt x="2931078" y="0"/>
                  <a:pt x="3776470" y="845392"/>
                  <a:pt x="3776470" y="1888235"/>
                </a:cubicBezTo>
                <a:lnTo>
                  <a:pt x="3776470" y="3168100"/>
                </a:lnTo>
                <a:lnTo>
                  <a:pt x="0" y="3168100"/>
                </a:lnTo>
                <a:lnTo>
                  <a:pt x="0" y="1888235"/>
                </a:lnTo>
                <a:cubicBezTo>
                  <a:pt x="0" y="845392"/>
                  <a:pt x="845392" y="0"/>
                  <a:pt x="1888235" y="0"/>
                </a:cubicBezTo>
                <a:close/>
              </a:path>
            </a:pathLst>
          </a:custGeom>
          <a:blipFill>
            <a:blip r:embed="rId2">
              <a:alphaModFix amt="70000"/>
              <a:extLst>
                <a:ext uri="{28A0092B-C50C-407E-A947-70E740481C1C}">
                  <a14:useLocalDpi xmlns:a14="http://schemas.microsoft.com/office/drawing/2010/main" val="0"/>
                </a:ext>
              </a:extLst>
            </a:blip>
            <a:stretch>
              <a:fillRect/>
            </a:stretch>
          </a:blipFill>
          <a:ln w="6350">
            <a:solidFill>
              <a:schemeClr val="tx1"/>
            </a:solidFill>
          </a:ln>
        </p:spPr>
        <p:txBody>
          <a:bodyPr wrap="square" anchor="t">
            <a:noAutofit/>
          </a:bodyPr>
          <a:lstStyle>
            <a:lvl1pPr marL="0" indent="0">
              <a:buFont typeface="Arial" panose="020B0604020202020204" pitchFamily="34" charset="0"/>
              <a:buNone/>
              <a:defRPr sz="3200">
                <a:solidFill>
                  <a:schemeClr val="tx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3" name="Content Placeholder 2">
            <a:extLst>
              <a:ext uri="{FF2B5EF4-FFF2-40B4-BE49-F238E27FC236}">
                <a16:creationId xmlns:a16="http://schemas.microsoft.com/office/drawing/2014/main" id="{7FA263F8-8E34-4910-BF7A-F1C5A99689DC}"/>
              </a:ext>
            </a:extLst>
          </p:cNvPr>
          <p:cNvSpPr>
            <a:spLocks noGrp="1"/>
          </p:cNvSpPr>
          <p:nvPr>
            <p:ph idx="1"/>
          </p:nvPr>
        </p:nvSpPr>
        <p:spPr>
          <a:xfrm>
            <a:off x="7141464" y="841248"/>
            <a:ext cx="4215384" cy="5330952"/>
          </a:xfrm>
        </p:spPr>
        <p:txBody>
          <a:bodyPr anchor="ctr"/>
          <a:lstStyle>
            <a:lvl1pPr algn="ctr">
              <a:defRPr>
                <a:solidFill>
                  <a:schemeClr val="tx1"/>
                </a:solidFill>
              </a:defRPr>
            </a:lvl1pPr>
            <a:lvl2pPr algn="ctr">
              <a:defRPr>
                <a:solidFill>
                  <a:schemeClr val="tx1"/>
                </a:solidFill>
              </a:defRPr>
            </a:lvl2pPr>
            <a:lvl3pPr algn="ctr">
              <a:defRPr>
                <a:solidFill>
                  <a:schemeClr val="tx1"/>
                </a:solidFill>
              </a:defRPr>
            </a:lvl3pPr>
            <a:lvl4pPr algn="ctr">
              <a:defRPr>
                <a:solidFill>
                  <a:schemeClr val="tx1"/>
                </a:solidFill>
              </a:defRPr>
            </a:lvl4pPr>
            <a:lvl5pPr algn="ct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456E74E5-D20D-4AB7-8D98-F336CE0ECCBE}"/>
              </a:ext>
            </a:extLst>
          </p:cNvPr>
          <p:cNvSpPr>
            <a:spLocks noGrp="1"/>
          </p:cNvSpPr>
          <p:nvPr>
            <p:ph type="dt" sz="half" idx="10"/>
          </p:nvPr>
        </p:nvSpPr>
        <p:spPr/>
        <p:txBody>
          <a:bodyPr/>
          <a:lstStyle>
            <a:lvl1pPr>
              <a:defRPr>
                <a:solidFill>
                  <a:schemeClr val="tx1"/>
                </a:solidFill>
              </a:defRPr>
            </a:lvl1pPr>
          </a:lstStyle>
          <a:p>
            <a:fld id="{75E16723-2C2F-40DB-89B2-A94AAE77E75C}"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84E8A028-A0C8-45E7-915E-B83FF59C9F18}"/>
              </a:ext>
            </a:extLst>
          </p:cNvPr>
          <p:cNvSpPr>
            <a:spLocks noGrp="1"/>
          </p:cNvSpPr>
          <p:nvPr>
            <p:ph type="sldNum" sz="quarter" idx="12"/>
          </p:nvPr>
        </p:nvSpPr>
        <p:spPr/>
        <p:txBody>
          <a:bodyPr/>
          <a:lstStyle>
            <a:lvl1pPr>
              <a:defRPr>
                <a:solidFill>
                  <a:schemeClr val="tx1"/>
                </a:solidFill>
              </a:defRPr>
            </a:lvl1pPr>
          </a:lstStyle>
          <a:p>
            <a:fld id="{2DE90F28-AFBB-4AB2-AA79-6D3F72ED131B}" type="slidenum">
              <a:rPr lang="en-US" dirty="0"/>
              <a:pPr/>
              <a:t>‹#›</a:t>
            </a:fld>
            <a:endParaRPr lang="en-US" dirty="0"/>
          </a:p>
        </p:txBody>
      </p:sp>
      <p:cxnSp>
        <p:nvCxnSpPr>
          <p:cNvPr id="7" name="Straight Connector 6">
            <a:extLst>
              <a:ext uri="{FF2B5EF4-FFF2-40B4-BE49-F238E27FC236}">
                <a16:creationId xmlns:a16="http://schemas.microsoft.com/office/drawing/2014/main" id="{ECD2C868-CE73-A5B1-1389-62A23B14E008}"/>
              </a:ext>
              <a:ext uri="{C183D7F6-B498-43B3-948B-1728B52AA6E4}">
                <adec:decorative xmlns:adec="http://schemas.microsoft.com/office/drawing/2017/decorative" val="1"/>
              </a:ext>
            </a:extLst>
          </p:cNvPr>
          <p:cNvCxnSpPr>
            <a:cxnSpLocks/>
          </p:cNvCxnSpPr>
          <p:nvPr/>
        </p:nvCxnSpPr>
        <p:spPr>
          <a:xfrm>
            <a:off x="6297086"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36679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86384" y="2615184"/>
            <a:ext cx="3813048" cy="3557016"/>
          </a:xfrm>
        </p:spPr>
        <p:txBody>
          <a:bodyPr>
            <a:normAutofit/>
          </a:bodyPr>
          <a:lstStyle>
            <a:lvl1pPr>
              <a:defRPr sz="3200">
                <a:solidFill>
                  <a:schemeClr val="tx1"/>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841248"/>
            <a:ext cx="4956175" cy="3556000"/>
          </a:xfrm>
        </p:spPr>
        <p:txBody>
          <a:bodyPr/>
          <a:lstStyle>
            <a:lvl1pPr>
              <a:defRPr>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258B73AF-3955-4569-8B4F-B329360A9CBD}"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cxnSp>
        <p:nvCxnSpPr>
          <p:cNvPr id="3" name="Straight Connector 2">
            <a:extLst>
              <a:ext uri="{FF2B5EF4-FFF2-40B4-BE49-F238E27FC236}">
                <a16:creationId xmlns:a16="http://schemas.microsoft.com/office/drawing/2014/main" id="{EF4378AB-83E7-8777-F6CD-8F19BA4FEE73}"/>
              </a:ext>
              <a:ext uri="{C183D7F6-B498-43B3-948B-1728B52AA6E4}">
                <adec:decorative xmlns:adec="http://schemas.microsoft.com/office/drawing/2017/decorative" val="1"/>
              </a:ext>
            </a:extLst>
          </p:cNvPr>
          <p:cNvCxnSpPr>
            <a:cxnSpLocks/>
          </p:cNvCxnSpPr>
          <p:nvPr/>
        </p:nvCxnSpPr>
        <p:spPr>
          <a:xfrm flipV="1">
            <a:off x="5016203"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0210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841248"/>
            <a:ext cx="2999232" cy="5184648"/>
          </a:xfrm>
        </p:spPr>
        <p:txBody>
          <a:bodyPr anchor="t" anchorCtr="0">
            <a:normAutofit/>
          </a:bodyPr>
          <a:lstStyle>
            <a:lvl1pPr>
              <a:defRPr sz="3200">
                <a:solidFill>
                  <a:schemeClr val="tx1"/>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66926" y="841248"/>
            <a:ext cx="6260154" cy="5184648"/>
          </a:xfrm>
        </p:spPr>
        <p:txBody>
          <a:bodyPr/>
          <a:lstStyle>
            <a:lvl1pPr>
              <a:defRPr>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0ADC593-EA98-4C39-A75F-3F3A9C691019}"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cxnSp>
        <p:nvCxnSpPr>
          <p:cNvPr id="3" name="Straight Connector 2">
            <a:extLst>
              <a:ext uri="{FF2B5EF4-FFF2-40B4-BE49-F238E27FC236}">
                <a16:creationId xmlns:a16="http://schemas.microsoft.com/office/drawing/2014/main" id="{C8293A07-68F2-BD10-B738-E87F3F3D8CF3}"/>
              </a:ext>
              <a:ext uri="{C183D7F6-B498-43B3-948B-1728B52AA6E4}">
                <adec:decorative xmlns:adec="http://schemas.microsoft.com/office/drawing/2017/decorative" val="1"/>
              </a:ext>
            </a:extLst>
          </p:cNvPr>
          <p:cNvCxnSpPr>
            <a:cxnSpLocks/>
          </p:cNvCxnSpPr>
          <p:nvPr/>
        </p:nvCxnSpPr>
        <p:spPr>
          <a:xfrm flipV="1">
            <a:off x="418221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8507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31152" y="990511"/>
            <a:ext cx="2565593" cy="1858941"/>
          </a:xfrm>
        </p:spPr>
        <p:txBody>
          <a:bodyPr anchor="b"/>
          <a:lstStyle>
            <a:lvl1pPr>
              <a:defRPr lang="en-US" sz="3200" kern="1200" dirty="0">
                <a:solidFill>
                  <a:schemeClr val="tx1"/>
                </a:solidFill>
                <a:latin typeface="+mj-lt"/>
                <a:ea typeface="+mj-ea"/>
                <a:cs typeface="+mj-cs"/>
              </a:defRPr>
            </a:lvl1pPr>
          </a:lstStyle>
          <a:p>
            <a:r>
              <a:rPr lang="en-US" dirty="0"/>
              <a:t>Click to edit Master title style</a:t>
            </a:r>
          </a:p>
        </p:txBody>
      </p:sp>
      <p:sp>
        <p:nvSpPr>
          <p:cNvPr id="10" name="Picture Placeholder 9">
            <a:extLst>
              <a:ext uri="{FF2B5EF4-FFF2-40B4-BE49-F238E27FC236}">
                <a16:creationId xmlns:a16="http://schemas.microsoft.com/office/drawing/2014/main" id="{3CA946DA-5AE8-39E2-3ADD-B8F06308C1C6}"/>
              </a:ext>
            </a:extLst>
          </p:cNvPr>
          <p:cNvSpPr>
            <a:spLocks noGrp="1" noChangeAspect="1"/>
          </p:cNvSpPr>
          <p:nvPr>
            <p:ph type="pic" sz="quarter" idx="13" hasCustomPrompt="1"/>
          </p:nvPr>
        </p:nvSpPr>
        <p:spPr>
          <a:xfrm>
            <a:off x="0" y="0"/>
            <a:ext cx="8326323" cy="6858000"/>
          </a:xfrm>
          <a:custGeom>
            <a:avLst/>
            <a:gdLst/>
            <a:ahLst/>
            <a:cxnLst/>
            <a:rect l="l" t="t" r="r" b="b"/>
            <a:pathLst>
              <a:path w="8326323" h="6858000">
                <a:moveTo>
                  <a:pt x="0" y="0"/>
                </a:moveTo>
                <a:lnTo>
                  <a:pt x="8326323" y="0"/>
                </a:lnTo>
                <a:lnTo>
                  <a:pt x="8326323" y="6858000"/>
                </a:lnTo>
                <a:lnTo>
                  <a:pt x="0" y="6858000"/>
                </a:ln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wrap="square" anchor="t">
            <a:noAutofit/>
          </a:bodyPr>
          <a:lstStyle>
            <a:lvl1pPr marL="0" indent="0">
              <a:buFont typeface="Arial" panose="020B0604020202020204" pitchFamily="34" charset="0"/>
              <a:buNone/>
              <a:defRPr/>
            </a:lvl1pPr>
          </a:lstStyle>
          <a:p>
            <a:endParaRP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32271" y="3011335"/>
            <a:ext cx="2559977" cy="2656250"/>
          </a:xfrm>
        </p:spPr>
        <p:txBody>
          <a:bodyPr vert="horz" lIns="91440" tIns="45720" rIns="91440" bIns="45720" rtlCol="0">
            <a:normAutofit/>
          </a:bodyPr>
          <a:lstStyle>
            <a:lvl1pPr marL="0" indent="0">
              <a:buNone/>
              <a:defRPr lang="en-US" dirty="0"/>
            </a:lvl1pPr>
            <a:lvl2pPr marL="228600" indent="0">
              <a:buNone/>
              <a:defRPr lang="en-US" sz="14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5">
            <a:extLst>
              <a:ext uri="{FF2B5EF4-FFF2-40B4-BE49-F238E27FC236}">
                <a16:creationId xmlns:a16="http://schemas.microsoft.com/office/drawing/2014/main" id="{8BD5A515-9970-0784-7927-52F94C270B46}"/>
              </a:ext>
            </a:extLst>
          </p:cNvPr>
          <p:cNvSpPr>
            <a:spLocks noGrp="1"/>
          </p:cNvSpPr>
          <p:nvPr>
            <p:ph type="ftr" sz="quarter" idx="16"/>
          </p:nvPr>
        </p:nvSpPr>
        <p:spPr>
          <a:xfrm rot="5400000">
            <a:off x="10292564" y="1592958"/>
            <a:ext cx="2973522" cy="365125"/>
          </a:xfrm>
        </p:spPr>
        <p:txBody>
          <a:bodyPr/>
          <a:lstStyle>
            <a:lvl1pPr algn="l">
              <a:defRPr>
                <a:solidFill>
                  <a:schemeClr val="tx1"/>
                </a:solidFill>
              </a:defRPr>
            </a:lvl1pPr>
          </a:lstStyle>
          <a:p>
            <a:r>
              <a:rPr lang="en-US" dirty="0"/>
              <a:t>
              </a:t>
            </a:r>
          </a:p>
        </p:txBody>
      </p:sp>
      <p:sp>
        <p:nvSpPr>
          <p:cNvPr id="9" name="Date Placeholder 4">
            <a:extLst>
              <a:ext uri="{FF2B5EF4-FFF2-40B4-BE49-F238E27FC236}">
                <a16:creationId xmlns:a16="http://schemas.microsoft.com/office/drawing/2014/main" id="{8523CCEC-6BB2-B704-95E2-87FED823C5BD}"/>
              </a:ext>
            </a:extLst>
          </p:cNvPr>
          <p:cNvSpPr>
            <a:spLocks noGrp="1"/>
          </p:cNvSpPr>
          <p:nvPr>
            <p:ph type="dt" sz="half" idx="15"/>
          </p:nvPr>
        </p:nvSpPr>
        <p:spPr>
          <a:xfrm rot="5400000">
            <a:off x="10425981" y="4687095"/>
            <a:ext cx="2706690" cy="365125"/>
          </a:xfrm>
        </p:spPr>
        <p:txBody>
          <a:bodyPr/>
          <a:lstStyle>
            <a:lvl1pPr>
              <a:defRPr>
                <a:solidFill>
                  <a:schemeClr val="tx1"/>
                </a:solidFill>
              </a:defRPr>
            </a:lvl1pPr>
          </a:lstStyle>
          <a:p>
            <a:fld id="{7FA43F5B-065E-43CE-B3FD-98C48A6F94D7}" type="datetimeFigureOut">
              <a:rPr lang="en-US" dirty="0"/>
              <a:pPr/>
              <a:t>10/19/2026</a:t>
            </a:fld>
            <a:endParaRPr lang="en-US" dirty="0"/>
          </a:p>
        </p:txBody>
      </p:sp>
      <p:sp>
        <p:nvSpPr>
          <p:cNvPr id="11" name="Slide Number Placeholder 6">
            <a:extLst>
              <a:ext uri="{FF2B5EF4-FFF2-40B4-BE49-F238E27FC236}">
                <a16:creationId xmlns:a16="http://schemas.microsoft.com/office/drawing/2014/main" id="{1208465C-8C77-73BF-D18F-D01907BAC864}"/>
              </a:ext>
            </a:extLst>
          </p:cNvPr>
          <p:cNvSpPr>
            <a:spLocks noGrp="1"/>
          </p:cNvSpPr>
          <p:nvPr>
            <p:ph type="sldNum" sz="quarter" idx="17"/>
          </p:nvPr>
        </p:nvSpPr>
        <p:spPr>
          <a:xfrm>
            <a:off x="11512296" y="6356350"/>
            <a:ext cx="574620" cy="365125"/>
          </a:xfrm>
        </p:spPr>
        <p:txBody>
          <a:bodyPr/>
          <a:lstStyle>
            <a:lvl1pPr>
              <a:defRPr>
                <a:solidFill>
                  <a:schemeClr val="tx1"/>
                </a:solidFill>
              </a:defRPr>
            </a:lvl1pPr>
          </a:lstStyle>
          <a:p>
            <a:fld id="{2DE90F28-AFBB-4AB2-AA79-6D3F72ED131B}" type="slidenum">
              <a:rPr lang="en-US" dirty="0"/>
              <a:pPr/>
              <a:t>‹#›</a:t>
            </a:fld>
            <a:endParaRPr lang="en-US" dirty="0"/>
          </a:p>
        </p:txBody>
      </p:sp>
      <p:cxnSp>
        <p:nvCxnSpPr>
          <p:cNvPr id="3" name="Straight Connector 2">
            <a:extLst>
              <a:ext uri="{FF2B5EF4-FFF2-40B4-BE49-F238E27FC236}">
                <a16:creationId xmlns:a16="http://schemas.microsoft.com/office/drawing/2014/main" id="{50E2A219-E459-07B3-1ED3-CBF7D239BE08}"/>
              </a:ext>
              <a:ext uri="{C183D7F6-B498-43B3-948B-1728B52AA6E4}">
                <adec:decorative xmlns:adec="http://schemas.microsoft.com/office/drawing/2017/decorative" val="1"/>
              </a:ext>
            </a:extLst>
          </p:cNvPr>
          <p:cNvCxnSpPr>
            <a:cxnSpLocks/>
          </p:cNvCxnSpPr>
          <p:nvPr/>
        </p:nvCxnSpPr>
        <p:spPr>
          <a:xfrm>
            <a:off x="832057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8155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03520" y="548640"/>
            <a:ext cx="6093225" cy="1143000"/>
          </a:xfrm>
        </p:spPr>
        <p:txBody>
          <a:bodyPr anchor="b">
            <a:noAutofit/>
          </a:bodyPr>
          <a:lstStyle>
            <a:lvl1pPr>
              <a:defRPr sz="3200">
                <a:solidFill>
                  <a:schemeClr val="tx1"/>
                </a:solidFill>
              </a:defRPr>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0" y="1"/>
            <a:ext cx="4793885" cy="6858000"/>
          </a:xfrm>
          <a:blipFill>
            <a:blip r:embed="rId2">
              <a:alphaModFix amt="70000"/>
              <a:extLst>
                <a:ext uri="{28A0092B-C50C-407E-A947-70E740481C1C}">
                  <a14:useLocalDpi xmlns:a14="http://schemas.microsoft.com/office/drawing/2010/main" val="0"/>
                </a:ext>
              </a:extLst>
            </a:blip>
            <a:stretch>
              <a:fillRect/>
            </a:stretch>
          </a:blipFill>
        </p:spPr>
        <p:txBody>
          <a:bodyPr anchor="t"/>
          <a:lstStyle>
            <a:lvl1pPr>
              <a:defRPr>
                <a:solidFill>
                  <a:schemeClr val="tx1"/>
                </a:solidFill>
              </a:defRPr>
            </a:lvl1pPr>
          </a:lstStyle>
          <a:p>
            <a:endParaRP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03520" y="1828800"/>
            <a:ext cx="6071616" cy="448970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DF483F68-3490-71E7-A7DA-DA46BC485F75}"/>
              </a:ext>
              <a:ext uri="{C183D7F6-B498-43B3-948B-1728B52AA6E4}">
                <adec:decorative xmlns:adec="http://schemas.microsoft.com/office/drawing/2017/decorative" val="1"/>
              </a:ext>
            </a:extLst>
          </p:cNvPr>
          <p:cNvCxnSpPr>
            <a:cxnSpLocks/>
          </p:cNvCxnSpPr>
          <p:nvPr/>
        </p:nvCxnSpPr>
        <p:spPr>
          <a:xfrm>
            <a:off x="4797154"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59345FA4-0621-D8F1-73D0-046B7F4D7713}"/>
              </a:ext>
            </a:extLst>
          </p:cNvPr>
          <p:cNvSpPr>
            <a:spLocks noGrp="1"/>
          </p:cNvSpPr>
          <p:nvPr>
            <p:ph type="dt" sz="half" idx="15"/>
          </p:nvPr>
        </p:nvSpPr>
        <p:spPr>
          <a:xfrm rot="5400000">
            <a:off x="10425981" y="4687095"/>
            <a:ext cx="2706690" cy="365125"/>
          </a:xfrm>
        </p:spPr>
        <p:txBody>
          <a:bodyPr/>
          <a:lstStyle/>
          <a:p>
            <a:fld id="{7FA43F5B-065E-43CE-B3FD-98C48A6F94D7}" type="datetimeFigureOut">
              <a:rPr lang="en-US" dirty="0"/>
              <a:pPr/>
              <a:t>10/19/2026</a:t>
            </a:fld>
            <a:endParaRPr lang="en-US" dirty="0"/>
          </a:p>
        </p:txBody>
      </p:sp>
      <p:sp>
        <p:nvSpPr>
          <p:cNvPr id="9" name="Footer Placeholder 8">
            <a:extLst>
              <a:ext uri="{FF2B5EF4-FFF2-40B4-BE49-F238E27FC236}">
                <a16:creationId xmlns:a16="http://schemas.microsoft.com/office/drawing/2014/main" id="{84C51678-E871-8AD4-08DA-BF7B7013A356}"/>
              </a:ext>
            </a:extLst>
          </p:cNvPr>
          <p:cNvSpPr>
            <a:spLocks noGrp="1"/>
          </p:cNvSpPr>
          <p:nvPr>
            <p:ph type="ftr" sz="quarter" idx="16"/>
          </p:nvPr>
        </p:nvSpPr>
        <p:spPr>
          <a:xfrm rot="16200000" flipH="1">
            <a:off x="10292565" y="1592957"/>
            <a:ext cx="2973522" cy="365125"/>
          </a:xfrm>
        </p:spPr>
        <p:txBody>
          <a:bodyPr/>
          <a:lstStyle/>
          <a:p>
            <a:r>
              <a:rPr lang="en-US" dirty="0"/>
              <a:t>
              </a:t>
            </a:r>
          </a:p>
        </p:txBody>
      </p:sp>
      <p:sp>
        <p:nvSpPr>
          <p:cNvPr id="10" name="Slide Number Placeholder 9">
            <a:extLst>
              <a:ext uri="{FF2B5EF4-FFF2-40B4-BE49-F238E27FC236}">
                <a16:creationId xmlns:a16="http://schemas.microsoft.com/office/drawing/2014/main" id="{3CD01CE4-E064-7D2F-7D3A-9DA85E2777F2}"/>
              </a:ext>
            </a:extLst>
          </p:cNvPr>
          <p:cNvSpPr>
            <a:spLocks noGrp="1"/>
          </p:cNvSpPr>
          <p:nvPr>
            <p:ph type="sldNum" sz="quarter" idx="17"/>
          </p:nvPr>
        </p:nvSpPr>
        <p:spPr/>
        <p:txBody>
          <a:bodyPr/>
          <a:lstStyle/>
          <a:p>
            <a:fld id="{2DE90F28-AFBB-4AB2-AA79-6D3F72ED131B}" type="slidenum">
              <a:rPr lang="en-US" dirty="0"/>
              <a:pPr/>
              <a:t>‹#›</a:t>
            </a:fld>
            <a:endParaRPr lang="en-US" dirty="0"/>
          </a:p>
        </p:txBody>
      </p:sp>
    </p:spTree>
    <p:extLst>
      <p:ext uri="{BB962C8B-B14F-4D97-AF65-F5344CB8AC3E}">
        <p14:creationId xmlns:p14="http://schemas.microsoft.com/office/powerpoint/2010/main" val="32491700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548640"/>
            <a:ext cx="6135624" cy="1143000"/>
          </a:xfrm>
        </p:spPr>
        <p:txBody>
          <a:bodyPr anchor="b">
            <a:noAutofit/>
          </a:bodyPr>
          <a:lstStyle>
            <a:lvl1pPr>
              <a:defRPr sz="3200">
                <a:solidFill>
                  <a:schemeClr val="tx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828800"/>
            <a:ext cx="6135624" cy="448970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7400544" y="0"/>
            <a:ext cx="4791456" cy="6858000"/>
          </a:xfrm>
          <a:blipFill>
            <a:blip r:embed="rId2">
              <a:alphaModFix amt="70000"/>
              <a:extLst>
                <a:ext uri="{28A0092B-C50C-407E-A947-70E740481C1C}">
                  <a14:useLocalDpi xmlns:a14="http://schemas.microsoft.com/office/drawing/2010/main" val="0"/>
                </a:ext>
              </a:extLst>
            </a:blip>
            <a:stretch>
              <a:fillRect/>
            </a:stretch>
          </a:blipFill>
        </p:spPr>
        <p:txBody>
          <a:bodyPr anchor="t"/>
          <a:lstStyle>
            <a:lvl1pPr>
              <a:defRPr>
                <a:solidFill>
                  <a:schemeClr val="tx1"/>
                </a:solidFill>
              </a:defRPr>
            </a:lvl1pPr>
          </a:lstStyle>
          <a:p>
            <a:endParaRPr/>
          </a:p>
        </p:txBody>
      </p:sp>
      <p:cxnSp>
        <p:nvCxnSpPr>
          <p:cNvPr id="6" name="Straight Connector 5">
            <a:extLst>
              <a:ext uri="{FF2B5EF4-FFF2-40B4-BE49-F238E27FC236}">
                <a16:creationId xmlns:a16="http://schemas.microsoft.com/office/drawing/2014/main" id="{9BC07157-DE89-FE2F-0547-2E4055913A13}"/>
              </a:ext>
              <a:ext uri="{C183D7F6-B498-43B3-948B-1728B52AA6E4}">
                <adec:decorative xmlns:adec="http://schemas.microsoft.com/office/drawing/2017/decorative" val="1"/>
              </a:ext>
            </a:extLst>
          </p:cNvPr>
          <p:cNvCxnSpPr>
            <a:cxnSpLocks/>
          </p:cNvCxnSpPr>
          <p:nvPr/>
        </p:nvCxnSpPr>
        <p:spPr>
          <a:xfrm>
            <a:off x="7382022"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EF7A0C5A-6673-53CC-030B-67BA133D9741}"/>
              </a:ext>
            </a:extLst>
          </p:cNvPr>
          <p:cNvSpPr>
            <a:spLocks noGrp="1"/>
          </p:cNvSpPr>
          <p:nvPr>
            <p:ph type="dt" sz="half" idx="15"/>
          </p:nvPr>
        </p:nvSpPr>
        <p:spPr>
          <a:xfrm rot="5400000">
            <a:off x="-997745" y="4687095"/>
            <a:ext cx="2706690" cy="365125"/>
          </a:xfrm>
        </p:spPr>
        <p:txBody>
          <a:bodyPr/>
          <a:lstStyle/>
          <a:p>
            <a:fld id="{7FA43F5B-065E-43CE-B3FD-98C48A6F94D7}" type="datetimeFigureOut">
              <a:rPr lang="en-US" dirty="0"/>
              <a:pPr/>
              <a:t>10/19/2026</a:t>
            </a:fld>
            <a:endParaRPr lang="en-US" dirty="0"/>
          </a:p>
        </p:txBody>
      </p:sp>
      <p:sp>
        <p:nvSpPr>
          <p:cNvPr id="7" name="Footer Placeholder 6">
            <a:extLst>
              <a:ext uri="{FF2B5EF4-FFF2-40B4-BE49-F238E27FC236}">
                <a16:creationId xmlns:a16="http://schemas.microsoft.com/office/drawing/2014/main" id="{92521688-F793-E4F2-732B-EEE6F58B758E}"/>
              </a:ext>
            </a:extLst>
          </p:cNvPr>
          <p:cNvSpPr>
            <a:spLocks noGrp="1"/>
          </p:cNvSpPr>
          <p:nvPr>
            <p:ph type="ftr" sz="quarter" idx="16"/>
          </p:nvPr>
        </p:nvSpPr>
        <p:spPr>
          <a:xfrm rot="16200000" flipH="1">
            <a:off x="-1131161" y="1592957"/>
            <a:ext cx="2973522" cy="365125"/>
          </a:xfrm>
        </p:spPr>
        <p:txBody>
          <a:bodyPr/>
          <a:lstStyle/>
          <a:p>
            <a:r>
              <a:rPr lang="en-US" dirty="0"/>
              <a:t>
              </a:t>
            </a:r>
          </a:p>
        </p:txBody>
      </p:sp>
      <p:sp>
        <p:nvSpPr>
          <p:cNvPr id="9" name="Slide Number Placeholder 8">
            <a:extLst>
              <a:ext uri="{FF2B5EF4-FFF2-40B4-BE49-F238E27FC236}">
                <a16:creationId xmlns:a16="http://schemas.microsoft.com/office/drawing/2014/main" id="{2DDBE29E-7417-B57C-BA94-1DBC14BE461B}"/>
              </a:ext>
            </a:extLst>
          </p:cNvPr>
          <p:cNvSpPr>
            <a:spLocks noGrp="1"/>
          </p:cNvSpPr>
          <p:nvPr>
            <p:ph type="sldNum" sz="quarter" idx="17"/>
          </p:nvPr>
        </p:nvSpPr>
        <p:spPr>
          <a:xfrm>
            <a:off x="51117" y="6356350"/>
            <a:ext cx="574620" cy="365125"/>
          </a:xfrm>
        </p:spPr>
        <p:txBody>
          <a:bodyPr/>
          <a:lstStyle/>
          <a:p>
            <a:fld id="{2DE90F28-AFBB-4AB2-AA79-6D3F72ED131B}" type="slidenum">
              <a:rPr lang="en-US" dirty="0"/>
              <a:pPr/>
              <a:t>‹#›</a:t>
            </a:fld>
            <a:endParaRPr lang="en-US" dirty="0"/>
          </a:p>
        </p:txBody>
      </p:sp>
    </p:spTree>
    <p:extLst>
      <p:ext uri="{BB962C8B-B14F-4D97-AF65-F5344CB8AC3E}">
        <p14:creationId xmlns:p14="http://schemas.microsoft.com/office/powerpoint/2010/main" val="9644640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20040"/>
            <a:ext cx="6858000" cy="932688"/>
          </a:xfrm>
        </p:spPr>
        <p:txBody>
          <a:bodyPr anchor="b">
            <a:noAutofit/>
          </a:bodyPr>
          <a:lstStyle>
            <a:lvl1pPr>
              <a:defRPr sz="3200">
                <a:solidFill>
                  <a:schemeClr val="tx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380744"/>
            <a:ext cx="6858000" cy="498348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8091732" y="0"/>
            <a:ext cx="4100267" cy="6858000"/>
          </a:xfrm>
          <a:blipFill>
            <a:blip r:embed="rId2">
              <a:alphaModFix amt="70000"/>
              <a:extLst>
                <a:ext uri="{28A0092B-C50C-407E-A947-70E740481C1C}">
                  <a14:useLocalDpi xmlns:a14="http://schemas.microsoft.com/office/drawing/2010/main" val="0"/>
                </a:ext>
              </a:extLst>
            </a:blip>
            <a:stretch>
              <a:fillRect/>
            </a:stretch>
          </a:blipFill>
        </p:spPr>
        <p:txBody>
          <a:bodyPr anchor="t"/>
          <a:lstStyle>
            <a:lvl1pPr>
              <a:defRPr>
                <a:solidFill>
                  <a:schemeClr val="tx1"/>
                </a:solidFill>
              </a:defRPr>
            </a:lvl1pPr>
          </a:lstStyle>
          <a:p>
            <a:endParaRPr/>
          </a:p>
        </p:txBody>
      </p:sp>
      <p:cxnSp>
        <p:nvCxnSpPr>
          <p:cNvPr id="4" name="Straight Connector 3">
            <a:extLst>
              <a:ext uri="{FF2B5EF4-FFF2-40B4-BE49-F238E27FC236}">
                <a16:creationId xmlns:a16="http://schemas.microsoft.com/office/drawing/2014/main" id="{3C626C00-7A36-46A2-880D-F484910B3412}"/>
              </a:ext>
              <a:ext uri="{C183D7F6-B498-43B3-948B-1728B52AA6E4}">
                <adec:decorative xmlns:adec="http://schemas.microsoft.com/office/drawing/2017/decorative" val="1"/>
              </a:ext>
            </a:extLst>
          </p:cNvPr>
          <p:cNvCxnSpPr>
            <a:cxnSpLocks/>
          </p:cNvCxnSpPr>
          <p:nvPr/>
        </p:nvCxnSpPr>
        <p:spPr>
          <a:xfrm>
            <a:off x="8077761"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68FF6D8B-36A2-DF79-CDB9-885694DCA71D}"/>
              </a:ext>
            </a:extLst>
          </p:cNvPr>
          <p:cNvSpPr>
            <a:spLocks noGrp="1"/>
          </p:cNvSpPr>
          <p:nvPr>
            <p:ph type="dt" sz="half" idx="15"/>
          </p:nvPr>
        </p:nvSpPr>
        <p:spPr>
          <a:xfrm rot="5400000">
            <a:off x="-997745" y="4687095"/>
            <a:ext cx="2706690" cy="365125"/>
          </a:xfrm>
        </p:spPr>
        <p:txBody>
          <a:bodyPr/>
          <a:lstStyle/>
          <a:p>
            <a:fld id="{7FA43F5B-065E-43CE-B3FD-98C48A6F94D7}" type="datetimeFigureOut">
              <a:rPr lang="en-US" dirty="0"/>
              <a:pPr/>
              <a:t>10/19/2026</a:t>
            </a:fld>
            <a:endParaRPr lang="en-US" dirty="0"/>
          </a:p>
        </p:txBody>
      </p:sp>
      <p:sp>
        <p:nvSpPr>
          <p:cNvPr id="5" name="Footer Placeholder 4">
            <a:extLst>
              <a:ext uri="{FF2B5EF4-FFF2-40B4-BE49-F238E27FC236}">
                <a16:creationId xmlns:a16="http://schemas.microsoft.com/office/drawing/2014/main" id="{63A2396A-E38F-CC9C-7303-71F99D082082}"/>
              </a:ext>
            </a:extLst>
          </p:cNvPr>
          <p:cNvSpPr>
            <a:spLocks noGrp="1"/>
          </p:cNvSpPr>
          <p:nvPr>
            <p:ph type="ftr" sz="quarter" idx="16"/>
          </p:nvPr>
        </p:nvSpPr>
        <p:spPr>
          <a:xfrm rot="16200000" flipH="1">
            <a:off x="-1131161" y="1592957"/>
            <a:ext cx="2973522" cy="365125"/>
          </a:xfrm>
        </p:spPr>
        <p:txBody>
          <a:bodyPr/>
          <a:lstStyle/>
          <a:p>
            <a:r>
              <a:rPr lang="en-US" dirty="0"/>
              <a:t>
              </a:t>
            </a:r>
          </a:p>
        </p:txBody>
      </p:sp>
      <p:sp>
        <p:nvSpPr>
          <p:cNvPr id="6" name="Slide Number Placeholder 5">
            <a:extLst>
              <a:ext uri="{FF2B5EF4-FFF2-40B4-BE49-F238E27FC236}">
                <a16:creationId xmlns:a16="http://schemas.microsoft.com/office/drawing/2014/main" id="{483B0E4B-031C-4F2A-1993-D824DD71F7DE}"/>
              </a:ext>
            </a:extLst>
          </p:cNvPr>
          <p:cNvSpPr>
            <a:spLocks noGrp="1"/>
          </p:cNvSpPr>
          <p:nvPr>
            <p:ph type="sldNum" sz="quarter" idx="17"/>
          </p:nvPr>
        </p:nvSpPr>
        <p:spPr>
          <a:xfrm>
            <a:off x="51117" y="6356350"/>
            <a:ext cx="574620" cy="365125"/>
          </a:xfrm>
        </p:spPr>
        <p:txBody>
          <a:bodyPr/>
          <a:lstStyle/>
          <a:p>
            <a:fld id="{2DE90F28-AFBB-4AB2-AA79-6D3F72ED131B}" type="slidenum">
              <a:rPr lang="en-US" dirty="0"/>
              <a:pPr/>
              <a:t>‹#›</a:t>
            </a:fld>
            <a:endParaRPr lang="en-US" dirty="0"/>
          </a:p>
        </p:txBody>
      </p:sp>
    </p:spTree>
    <p:extLst>
      <p:ext uri="{BB962C8B-B14F-4D97-AF65-F5344CB8AC3E}">
        <p14:creationId xmlns:p14="http://schemas.microsoft.com/office/powerpoint/2010/main" val="27535578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583413"/>
            <a:ext cx="4361688" cy="1262639"/>
          </a:xfrm>
        </p:spPr>
        <p:txBody>
          <a:bodyPr anchor="b">
            <a:noAutofit/>
          </a:bodyPr>
          <a:lstStyle>
            <a:lvl1pPr>
              <a:defRPr sz="3200">
                <a:solidFill>
                  <a:schemeClr val="tx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31520" y="1979461"/>
            <a:ext cx="4360863" cy="4329264"/>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5745480" y="0"/>
            <a:ext cx="6446520" cy="6858000"/>
          </a:xfrm>
          <a:blipFill>
            <a:blip r:embed="rId2">
              <a:alphaModFix amt="70000"/>
              <a:extLst>
                <a:ext uri="{28A0092B-C50C-407E-A947-70E740481C1C}">
                  <a14:useLocalDpi xmlns:a14="http://schemas.microsoft.com/office/drawing/2010/main" val="0"/>
                </a:ext>
              </a:extLst>
            </a:blip>
            <a:stretch>
              <a:fillRect/>
            </a:stretch>
          </a:blipFill>
        </p:spPr>
        <p:txBody>
          <a:bodyPr anchor="t"/>
          <a:lstStyle>
            <a:lvl1pPr>
              <a:defRPr>
                <a:solidFill>
                  <a:schemeClr val="tx1"/>
                </a:solidFill>
              </a:defRPr>
            </a:lvl1pPr>
          </a:lstStyle>
          <a:p>
            <a:endParaRPr/>
          </a:p>
        </p:txBody>
      </p:sp>
      <p:cxnSp>
        <p:nvCxnSpPr>
          <p:cNvPr id="5" name="Straight Connector 4">
            <a:extLst>
              <a:ext uri="{FF2B5EF4-FFF2-40B4-BE49-F238E27FC236}">
                <a16:creationId xmlns:a16="http://schemas.microsoft.com/office/drawing/2014/main" id="{1481977D-48BC-F135-96F9-1655E4BEE673}"/>
              </a:ext>
              <a:ext uri="{C183D7F6-B498-43B3-948B-1728B52AA6E4}">
                <adec:decorative xmlns:adec="http://schemas.microsoft.com/office/drawing/2017/decorative" val="1"/>
              </a:ext>
            </a:extLst>
          </p:cNvPr>
          <p:cNvCxnSpPr>
            <a:cxnSpLocks/>
          </p:cNvCxnSpPr>
          <p:nvPr/>
        </p:nvCxnSpPr>
        <p:spPr>
          <a:xfrm>
            <a:off x="5732126"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2">
            <a:extLst>
              <a:ext uri="{FF2B5EF4-FFF2-40B4-BE49-F238E27FC236}">
                <a16:creationId xmlns:a16="http://schemas.microsoft.com/office/drawing/2014/main" id="{EA981C2C-E0DD-29A7-8209-50D664881524}"/>
              </a:ext>
            </a:extLst>
          </p:cNvPr>
          <p:cNvSpPr>
            <a:spLocks noGrp="1"/>
          </p:cNvSpPr>
          <p:nvPr>
            <p:ph type="dt" sz="half" idx="15"/>
          </p:nvPr>
        </p:nvSpPr>
        <p:spPr>
          <a:xfrm rot="5400000">
            <a:off x="-997745" y="4687095"/>
            <a:ext cx="2706690" cy="365125"/>
          </a:xfrm>
        </p:spPr>
        <p:txBody>
          <a:bodyPr/>
          <a:lstStyle/>
          <a:p>
            <a:fld id="{7FA43F5B-065E-43CE-B3FD-98C48A6F94D7}" type="datetimeFigureOut">
              <a:rPr lang="en-US" dirty="0"/>
              <a:pPr/>
              <a:t>10/19/2026</a:t>
            </a:fld>
            <a:endParaRPr lang="en-US" dirty="0"/>
          </a:p>
        </p:txBody>
      </p:sp>
      <p:sp>
        <p:nvSpPr>
          <p:cNvPr id="6" name="Footer Placeholder 4">
            <a:extLst>
              <a:ext uri="{FF2B5EF4-FFF2-40B4-BE49-F238E27FC236}">
                <a16:creationId xmlns:a16="http://schemas.microsoft.com/office/drawing/2014/main" id="{D205369F-8CCB-402F-9055-2BF12262B54D}"/>
              </a:ext>
            </a:extLst>
          </p:cNvPr>
          <p:cNvSpPr>
            <a:spLocks noGrp="1"/>
          </p:cNvSpPr>
          <p:nvPr>
            <p:ph type="ftr" sz="quarter" idx="16"/>
          </p:nvPr>
        </p:nvSpPr>
        <p:spPr>
          <a:xfrm rot="16200000" flipH="1">
            <a:off x="-1131161" y="1592957"/>
            <a:ext cx="2973522" cy="365125"/>
          </a:xfrm>
        </p:spPr>
        <p:txBody>
          <a:bodyPr/>
          <a:lstStyle/>
          <a:p>
            <a:r>
              <a:rPr lang="en-US" dirty="0"/>
              <a:t>
              </a:t>
            </a:r>
          </a:p>
        </p:txBody>
      </p:sp>
      <p:sp>
        <p:nvSpPr>
          <p:cNvPr id="7" name="Slide Number Placeholder 5">
            <a:extLst>
              <a:ext uri="{FF2B5EF4-FFF2-40B4-BE49-F238E27FC236}">
                <a16:creationId xmlns:a16="http://schemas.microsoft.com/office/drawing/2014/main" id="{133591F2-4BD3-37D0-B00E-B2CD5F47A36C}"/>
              </a:ext>
            </a:extLst>
          </p:cNvPr>
          <p:cNvSpPr>
            <a:spLocks noGrp="1"/>
          </p:cNvSpPr>
          <p:nvPr>
            <p:ph type="sldNum" sz="quarter" idx="17"/>
          </p:nvPr>
        </p:nvSpPr>
        <p:spPr>
          <a:xfrm>
            <a:off x="51117" y="6356350"/>
            <a:ext cx="574620" cy="365125"/>
          </a:xfrm>
        </p:spPr>
        <p:txBody>
          <a:bodyPr/>
          <a:lstStyle/>
          <a:p>
            <a:fld id="{2DE90F28-AFBB-4AB2-AA79-6D3F72ED131B}" type="slidenum">
              <a:rPr lang="en-US" dirty="0"/>
              <a:pPr/>
              <a:t>‹#›</a:t>
            </a:fld>
            <a:endParaRPr lang="en-US" dirty="0"/>
          </a:p>
        </p:txBody>
      </p:sp>
    </p:spTree>
    <p:extLst>
      <p:ext uri="{BB962C8B-B14F-4D97-AF65-F5344CB8AC3E}">
        <p14:creationId xmlns:p14="http://schemas.microsoft.com/office/powerpoint/2010/main" val="1327290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20040"/>
            <a:ext cx="4572000" cy="932688"/>
          </a:xfrm>
        </p:spPr>
        <p:txBody>
          <a:bodyPr anchor="b"/>
          <a:lstStyle>
            <a:lvl1pPr>
              <a:defRPr sz="3200">
                <a:solidFill>
                  <a:schemeClr val="tx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31520" y="1380744"/>
            <a:ext cx="4572000" cy="498348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5917720" y="0"/>
            <a:ext cx="6274279" cy="6858000"/>
          </a:xfrm>
          <a:blipFill>
            <a:blip r:embed="rId2">
              <a:alphaModFix amt="70000"/>
              <a:extLst>
                <a:ext uri="{28A0092B-C50C-407E-A947-70E740481C1C}">
                  <a14:useLocalDpi xmlns:a14="http://schemas.microsoft.com/office/drawing/2010/main" val="0"/>
                </a:ext>
              </a:extLst>
            </a:blip>
            <a:stretch>
              <a:fillRect/>
            </a:stretch>
          </a:blipFill>
        </p:spPr>
        <p:txBody>
          <a:bodyPr anchor="t"/>
          <a:lstStyle>
            <a:lvl1pPr>
              <a:defRPr>
                <a:solidFill>
                  <a:schemeClr val="tx1"/>
                </a:solidFill>
              </a:defRPr>
            </a:lvl1pPr>
          </a:lstStyle>
          <a:p>
            <a:endParaRPr/>
          </a:p>
        </p:txBody>
      </p:sp>
      <p:cxnSp>
        <p:nvCxnSpPr>
          <p:cNvPr id="5" name="Straight Connector 4">
            <a:extLst>
              <a:ext uri="{FF2B5EF4-FFF2-40B4-BE49-F238E27FC236}">
                <a16:creationId xmlns:a16="http://schemas.microsoft.com/office/drawing/2014/main" id="{B18BEB48-A052-9364-6EF6-F698004CA571}"/>
              </a:ext>
              <a:ext uri="{C183D7F6-B498-43B3-948B-1728B52AA6E4}">
                <adec:decorative xmlns:adec="http://schemas.microsoft.com/office/drawing/2017/decorative" val="1"/>
              </a:ext>
            </a:extLst>
          </p:cNvPr>
          <p:cNvCxnSpPr>
            <a:cxnSpLocks/>
          </p:cNvCxnSpPr>
          <p:nvPr/>
        </p:nvCxnSpPr>
        <p:spPr>
          <a:xfrm>
            <a:off x="5911724"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Date Placeholder 2">
            <a:extLst>
              <a:ext uri="{FF2B5EF4-FFF2-40B4-BE49-F238E27FC236}">
                <a16:creationId xmlns:a16="http://schemas.microsoft.com/office/drawing/2014/main" id="{417D8113-ECE6-D6F5-9CA4-C96A535F4799}"/>
              </a:ext>
            </a:extLst>
          </p:cNvPr>
          <p:cNvSpPr>
            <a:spLocks noGrp="1"/>
          </p:cNvSpPr>
          <p:nvPr>
            <p:ph type="dt" sz="half" idx="15"/>
          </p:nvPr>
        </p:nvSpPr>
        <p:spPr>
          <a:xfrm rot="5400000">
            <a:off x="-997745" y="4687095"/>
            <a:ext cx="2706690" cy="365125"/>
          </a:xfrm>
        </p:spPr>
        <p:txBody>
          <a:bodyPr/>
          <a:lstStyle/>
          <a:p>
            <a:fld id="{7FA43F5B-065E-43CE-B3FD-98C48A6F94D7}" type="datetimeFigureOut">
              <a:rPr lang="en-US" dirty="0"/>
              <a:pPr/>
              <a:t>10/19/2026</a:t>
            </a:fld>
            <a:endParaRPr lang="en-US" dirty="0"/>
          </a:p>
        </p:txBody>
      </p:sp>
      <p:sp>
        <p:nvSpPr>
          <p:cNvPr id="6" name="Footer Placeholder 4">
            <a:extLst>
              <a:ext uri="{FF2B5EF4-FFF2-40B4-BE49-F238E27FC236}">
                <a16:creationId xmlns:a16="http://schemas.microsoft.com/office/drawing/2014/main" id="{629A0137-F97A-8194-464D-3B7D4814A8AE}"/>
              </a:ext>
            </a:extLst>
          </p:cNvPr>
          <p:cNvSpPr>
            <a:spLocks noGrp="1"/>
          </p:cNvSpPr>
          <p:nvPr>
            <p:ph type="ftr" sz="quarter" idx="16"/>
          </p:nvPr>
        </p:nvSpPr>
        <p:spPr>
          <a:xfrm rot="16200000" flipH="1">
            <a:off x="-1131161" y="1592957"/>
            <a:ext cx="2973522" cy="365125"/>
          </a:xfrm>
        </p:spPr>
        <p:txBody>
          <a:bodyPr/>
          <a:lstStyle/>
          <a:p>
            <a:r>
              <a:rPr lang="en-US" dirty="0"/>
              <a:t>
              </a:t>
            </a:r>
          </a:p>
        </p:txBody>
      </p:sp>
      <p:sp>
        <p:nvSpPr>
          <p:cNvPr id="7" name="Slide Number Placeholder 5">
            <a:extLst>
              <a:ext uri="{FF2B5EF4-FFF2-40B4-BE49-F238E27FC236}">
                <a16:creationId xmlns:a16="http://schemas.microsoft.com/office/drawing/2014/main" id="{E3FE5686-63A9-B1A1-5734-F96A96514650}"/>
              </a:ext>
            </a:extLst>
          </p:cNvPr>
          <p:cNvSpPr>
            <a:spLocks noGrp="1"/>
          </p:cNvSpPr>
          <p:nvPr>
            <p:ph type="sldNum" sz="quarter" idx="17"/>
          </p:nvPr>
        </p:nvSpPr>
        <p:spPr>
          <a:xfrm>
            <a:off x="51117" y="6356350"/>
            <a:ext cx="574620" cy="365125"/>
          </a:xfrm>
        </p:spPr>
        <p:txBody>
          <a:bodyPr/>
          <a:lstStyle/>
          <a:p>
            <a:fld id="{2DE90F28-AFBB-4AB2-AA79-6D3F72ED131B}" type="slidenum">
              <a:rPr lang="en-US" dirty="0"/>
              <a:pPr/>
              <a:t>‹#›</a:t>
            </a:fld>
            <a:endParaRPr lang="en-US" dirty="0"/>
          </a:p>
        </p:txBody>
      </p:sp>
    </p:spTree>
    <p:extLst>
      <p:ext uri="{BB962C8B-B14F-4D97-AF65-F5344CB8AC3E}">
        <p14:creationId xmlns:p14="http://schemas.microsoft.com/office/powerpoint/2010/main" val="18204730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5012268"/>
            <a:ext cx="3739896" cy="1390330"/>
          </a:xfrm>
        </p:spPr>
        <p:txBody>
          <a:bodyPr anchor="t">
            <a:normAutofit/>
          </a:bodyPr>
          <a:lstStyle>
            <a:lvl1pPr>
              <a:defRPr sz="3200">
                <a:solidFill>
                  <a:schemeClr val="tx1"/>
                </a:solidFill>
              </a:defRPr>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hasCustomPrompt="1"/>
          </p:nvPr>
        </p:nvSpPr>
        <p:spPr>
          <a:xfrm>
            <a:off x="-1" y="0"/>
            <a:ext cx="12192000" cy="4635132"/>
          </a:xfrm>
          <a:blipFill>
            <a:blip r:embed="rId2">
              <a:alphaModFix amt="70000"/>
              <a:extLst>
                <a:ext uri="{28A0092B-C50C-407E-A947-70E740481C1C}">
                  <a14:useLocalDpi xmlns:a14="http://schemas.microsoft.com/office/drawing/2010/main" val="0"/>
                </a:ext>
              </a:extLst>
            </a:blip>
            <a:stretch>
              <a:fillRect/>
            </a:stretch>
          </a:blipFill>
        </p:spPr>
        <p:txBody>
          <a:bodyPr anchor="t"/>
          <a:lstStyle>
            <a:lvl1pPr>
              <a:defRPr>
                <a:solidFill>
                  <a:schemeClr val="tx1"/>
                </a:solidFill>
              </a:defRPr>
            </a:lvl1pPr>
          </a:lstStyle>
          <a:p>
            <a:endParaRPr/>
          </a:p>
        </p:txBody>
      </p:sp>
      <p:sp>
        <p:nvSpPr>
          <p:cNvPr id="4" name="Footer Placeholder 5">
            <a:extLst>
              <a:ext uri="{FF2B5EF4-FFF2-40B4-BE49-F238E27FC236}">
                <a16:creationId xmlns:a16="http://schemas.microsoft.com/office/drawing/2014/main" id="{485E715F-A05B-F2BC-ABF4-447E9B58E0C2}"/>
              </a:ext>
            </a:extLst>
          </p:cNvPr>
          <p:cNvSpPr>
            <a:spLocks noGrp="1"/>
          </p:cNvSpPr>
          <p:nvPr>
            <p:ph type="ftr" sz="quarter" idx="15"/>
          </p:nvPr>
        </p:nvSpPr>
        <p:spPr>
          <a:xfrm rot="16200000">
            <a:off x="-499001" y="5684309"/>
            <a:ext cx="1709209" cy="365125"/>
          </a:xfrm>
        </p:spPr>
        <p:txBody>
          <a:body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846320" y="5012267"/>
            <a:ext cx="6400800" cy="1390330"/>
          </a:xfrm>
        </p:spPr>
        <p:txBody>
          <a:bodyPr>
            <a:noAutofit/>
          </a:bodyPr>
          <a:lstStyle>
            <a:lvl1pPr marL="0" indent="0">
              <a:buFont typeface="Arial" panose="020B0604020202020204" pitchFamily="34" charset="0"/>
              <a:buNone/>
              <a:defRPr sz="1800">
                <a:solidFill>
                  <a:schemeClr val="tx1"/>
                </a:solidFill>
              </a:defRPr>
            </a:lvl1pPr>
            <a:lvl2pPr marL="228600" indent="0">
              <a:buFont typeface="Arial" panose="020B0604020202020204" pitchFamily="34" charset="0"/>
              <a:buNone/>
              <a:defRPr sz="1600">
                <a:solidFill>
                  <a:schemeClr val="tx1"/>
                </a:solidFill>
              </a:defRPr>
            </a:lvl2pPr>
            <a:lvl3pPr marL="457200" indent="0">
              <a:buFont typeface="Arial" panose="020B0604020202020204" pitchFamily="34" charset="0"/>
              <a:buNone/>
              <a:defRPr sz="1400">
                <a:solidFill>
                  <a:schemeClr val="tx1"/>
                </a:solidFill>
              </a:defRPr>
            </a:lvl3pPr>
            <a:lvl4pPr marL="685800" indent="0">
              <a:buFont typeface="Arial" panose="020B0604020202020204" pitchFamily="34" charset="0"/>
              <a:buNone/>
              <a:defRPr sz="1200">
                <a:solidFill>
                  <a:schemeClr val="tx1"/>
                </a:solidFill>
              </a:defRPr>
            </a:lvl4pPr>
            <a:lvl5pPr marL="914400" indent="0">
              <a:buFont typeface="Arial" panose="020B0604020202020204" pitchFamily="34" charset="0"/>
              <a:buNone/>
              <a:defRPr sz="11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5400000">
            <a:off x="11173959" y="5435073"/>
            <a:ext cx="1210734" cy="365125"/>
          </a:xfrm>
        </p:spPr>
        <p:txBody>
          <a:bodyPr/>
          <a:lstStyle>
            <a:lvl1pPr>
              <a:defRPr>
                <a:solidFill>
                  <a:schemeClr val="tx1"/>
                </a:solidFill>
              </a:defRPr>
            </a:lvl1pPr>
          </a:lstStyle>
          <a:p>
            <a:fld id="{ADC8C146-0A20-4029-98D5-9A42EEDF8B24}" type="datetimeFigureOut">
              <a:rPr lang="en-US" dirty="0"/>
              <a:pPr/>
              <a:t>10/19/2026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cxnSp>
        <p:nvCxnSpPr>
          <p:cNvPr id="3" name="Straight Connector 2">
            <a:extLst>
              <a:ext uri="{FF2B5EF4-FFF2-40B4-BE49-F238E27FC236}">
                <a16:creationId xmlns:a16="http://schemas.microsoft.com/office/drawing/2014/main" id="{2A2B6090-1D21-5610-7943-4C4F96A6C767}"/>
              </a:ext>
              <a:ext uri="{C183D7F6-B498-43B3-948B-1728B52AA6E4}">
                <adec:decorative xmlns:adec="http://schemas.microsoft.com/office/drawing/2017/decorative" val="1"/>
              </a:ext>
            </a:extLst>
          </p:cNvPr>
          <p:cNvCxnSpPr>
            <a:cxnSpLocks/>
          </p:cNvCxnSpPr>
          <p:nvPr/>
        </p:nvCxnSpPr>
        <p:spPr>
          <a:xfrm flipH="1">
            <a:off x="0" y="463823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30783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0080" y="4882896"/>
            <a:ext cx="3657603" cy="1453896"/>
          </a:xfrm>
        </p:spPr>
        <p:txBody>
          <a:bodyPr anchor="t">
            <a:normAutofit/>
          </a:bodyPr>
          <a:lstStyle>
            <a:lvl1pPr algn="ctr">
              <a:defRPr sz="3200">
                <a:solidFill>
                  <a:schemeClr val="tx1"/>
                </a:solidFill>
              </a:defRPr>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16" name="Picture Placeholder 15">
            <a:extLst>
              <a:ext uri="{FF2B5EF4-FFF2-40B4-BE49-F238E27FC236}">
                <a16:creationId xmlns:a16="http://schemas.microsoft.com/office/drawing/2014/main" id="{838F5DE0-1AA8-5320-EBEC-7B2EEF399630}"/>
              </a:ext>
            </a:extLst>
          </p:cNvPr>
          <p:cNvSpPr>
            <a:spLocks noGrp="1" noChangeAspect="1"/>
          </p:cNvSpPr>
          <p:nvPr>
            <p:ph type="pic" sz="quarter" idx="13" hasCustomPrompt="1"/>
          </p:nvPr>
        </p:nvSpPr>
        <p:spPr>
          <a:xfrm>
            <a:off x="731520" y="548642"/>
            <a:ext cx="3490175" cy="4041647"/>
          </a:xfrm>
          <a:custGeom>
            <a:avLst/>
            <a:gdLst/>
            <a:ahLst/>
            <a:cxnLst/>
            <a:rect l="l" t="t" r="r" b="b"/>
            <a:pathLst>
              <a:path w="3490175" h="4041647">
                <a:moveTo>
                  <a:pt x="1745088" y="0"/>
                </a:moveTo>
                <a:cubicBezTo>
                  <a:pt x="2708873" y="0"/>
                  <a:pt x="3490175" y="781302"/>
                  <a:pt x="3490175" y="1745088"/>
                </a:cubicBezTo>
                <a:lnTo>
                  <a:pt x="3490175" y="3141232"/>
                </a:lnTo>
                <a:lnTo>
                  <a:pt x="3490175" y="3490175"/>
                </a:lnTo>
                <a:lnTo>
                  <a:pt x="3490175" y="4041647"/>
                </a:lnTo>
                <a:lnTo>
                  <a:pt x="0" y="4041647"/>
                </a:lnTo>
                <a:lnTo>
                  <a:pt x="0" y="3490175"/>
                </a:lnTo>
                <a:lnTo>
                  <a:pt x="0" y="3141232"/>
                </a:lnTo>
                <a:lnTo>
                  <a:pt x="0" y="1745088"/>
                </a:lnTo>
                <a:cubicBezTo>
                  <a:pt x="0" y="781302"/>
                  <a:pt x="781302" y="0"/>
                  <a:pt x="1745088" y="0"/>
                </a:cubicBezTo>
                <a:close/>
              </a:path>
            </a:pathLst>
          </a:custGeom>
          <a:blipFill dpi="0" rotWithShape="1">
            <a:blip r:embed="rId2">
              <a:alphaModFix amt="81000"/>
              <a:extLst>
                <a:ext uri="{28A0092B-C50C-407E-A947-70E740481C1C}">
                  <a14:useLocalDpi xmlns:a14="http://schemas.microsoft.com/office/drawing/2010/main" val="0"/>
                </a:ext>
              </a:extLst>
            </a:blip>
            <a:srcRect/>
            <a:stretch>
              <a:fillRect/>
            </a:stretch>
          </a:blipFill>
          <a:ln w="6350">
            <a:solidFill>
              <a:schemeClr val="tx1"/>
            </a:solidFill>
          </a:ln>
        </p:spPr>
        <p:txBody>
          <a:bodyPr wrap="square" anchor="t">
            <a:noAutofit/>
          </a:bodyPr>
          <a:lstStyle>
            <a:lvl1pPr>
              <a:defRPr>
                <a:solidFill>
                  <a:schemeClr val="tx1"/>
                </a:solidFill>
              </a:defRPr>
            </a:lvl1pPr>
          </a:lstStyle>
          <a:p>
            <a:endParaRP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37760" y="549275"/>
            <a:ext cx="6561138" cy="575945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D73859A7-84EB-4384-87AF-59CC16704CF8}" type="datetimeFigureOut">
              <a:rPr lang="en-US" dirty="0"/>
              <a:pPr/>
              <a:t>10/19/2026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cxnSp>
        <p:nvCxnSpPr>
          <p:cNvPr id="3" name="Straight Connector 2">
            <a:extLst>
              <a:ext uri="{FF2B5EF4-FFF2-40B4-BE49-F238E27FC236}">
                <a16:creationId xmlns:a16="http://schemas.microsoft.com/office/drawing/2014/main" id="{619C3A72-7CAE-129F-7490-B687280EF1C9}"/>
              </a:ext>
              <a:ext uri="{C183D7F6-B498-43B3-948B-1728B52AA6E4}">
                <adec:decorative xmlns:adec="http://schemas.microsoft.com/office/drawing/2017/decorative" val="1"/>
              </a:ext>
            </a:extLst>
          </p:cNvPr>
          <p:cNvCxnSpPr>
            <a:cxnSpLocks/>
          </p:cNvCxnSpPr>
          <p:nvPr/>
        </p:nvCxnSpPr>
        <p:spPr>
          <a:xfrm>
            <a:off x="4646117"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0099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8164" y="559341"/>
            <a:ext cx="10755670" cy="932688"/>
          </a:xfrm>
        </p:spPr>
        <p:txBody>
          <a:bodyPr anchor="b"/>
          <a:lstStyle/>
          <a:p>
            <a:r>
              <a:rPr lang="en-US" dirty="0"/>
              <a:t>Click to edit Master title style</a:t>
            </a:r>
          </a:p>
        </p:txBody>
      </p:sp>
      <p:sp>
        <p:nvSpPr>
          <p:cNvPr id="9" name="Footer Placeholder 5">
            <a:extLst>
              <a:ext uri="{FF2B5EF4-FFF2-40B4-BE49-F238E27FC236}">
                <a16:creationId xmlns:a16="http://schemas.microsoft.com/office/drawing/2014/main" id="{3C89FBB9-2C05-A4C1-ECB4-D6A5C4219E42}"/>
              </a:ext>
            </a:extLst>
          </p:cNvPr>
          <p:cNvSpPr>
            <a:spLocks noGrp="1"/>
          </p:cNvSpPr>
          <p:nvPr>
            <p:ph type="ftr" sz="quarter" idx="16"/>
          </p:nvPr>
        </p:nvSpPr>
        <p:spPr>
          <a:xfrm rot="16200000" flipH="1">
            <a:off x="-1131161" y="1592957"/>
            <a:ext cx="2973522" cy="365125"/>
          </a:xfrm>
        </p:spPr>
        <p:txBody>
          <a:bodyPr/>
          <a:lstStyle>
            <a:lvl1pPr>
              <a:defRPr>
                <a:solidFill>
                  <a:schemeClr val="tx1"/>
                </a:solidFill>
              </a:defRPr>
            </a:lvl1pPr>
          </a:lstStyle>
          <a:p>
            <a:r>
              <a:rPr lang="en-US" dirty="0"/>
              <a:t>
              </a:t>
            </a:r>
          </a:p>
        </p:txBody>
      </p:sp>
      <p:sp>
        <p:nvSpPr>
          <p:cNvPr id="3" name="Date Placeholder 4">
            <a:extLst>
              <a:ext uri="{FF2B5EF4-FFF2-40B4-BE49-F238E27FC236}">
                <a16:creationId xmlns:a16="http://schemas.microsoft.com/office/drawing/2014/main" id="{BBB07A11-50DE-6BC0-0514-6E2C14A47985}"/>
              </a:ext>
            </a:extLst>
          </p:cNvPr>
          <p:cNvSpPr>
            <a:spLocks noGrp="1"/>
          </p:cNvSpPr>
          <p:nvPr>
            <p:ph type="dt" sz="half" idx="15"/>
          </p:nvPr>
        </p:nvSpPr>
        <p:spPr>
          <a:xfrm rot="16200000" flipH="1">
            <a:off x="-997746" y="4594946"/>
            <a:ext cx="2706690" cy="365125"/>
          </a:xfrm>
        </p:spPr>
        <p:txBody>
          <a:bodyPr/>
          <a:lstStyle>
            <a:lvl1pPr algn="l">
              <a:defRPr>
                <a:solidFill>
                  <a:schemeClr val="tx1"/>
                </a:solidFill>
              </a:defRPr>
            </a:lvl1pPr>
          </a:lstStyle>
          <a:p>
            <a:fld id="{7FA43F5B-065E-43CE-B3FD-98C48A6F94D7}" type="datetimeFigureOut">
              <a:rPr lang="en-US" dirty="0"/>
              <a:pPr/>
              <a:t>10/19/2026</a:t>
            </a:fld>
            <a:endParaRPr lang="en-US" dirty="0"/>
          </a:p>
        </p:txBody>
      </p:sp>
      <p:sp>
        <p:nvSpPr>
          <p:cNvPr id="6" name="Slide Number Placeholder 6">
            <a:extLst>
              <a:ext uri="{FF2B5EF4-FFF2-40B4-BE49-F238E27FC236}">
                <a16:creationId xmlns:a16="http://schemas.microsoft.com/office/drawing/2014/main" id="{03ED5F49-F9F7-05A9-62AC-C9C8DF2EADE8}"/>
              </a:ext>
            </a:extLst>
          </p:cNvPr>
          <p:cNvSpPr>
            <a:spLocks noGrp="1"/>
          </p:cNvSpPr>
          <p:nvPr>
            <p:ph type="sldNum" sz="quarter" idx="17"/>
          </p:nvPr>
        </p:nvSpPr>
        <p:spPr>
          <a:xfrm>
            <a:off x="88569" y="6264201"/>
            <a:ext cx="574620" cy="365125"/>
          </a:xfrm>
        </p:spPr>
        <p:txBody>
          <a:bodyPr/>
          <a:lstStyle>
            <a:lvl1pPr>
              <a:defRPr>
                <a:solidFill>
                  <a:schemeClr val="tx1"/>
                </a:solidFill>
              </a:defRPr>
            </a:lvl1pPr>
          </a:lstStyle>
          <a:p>
            <a:fld id="{2DE90F28-AFBB-4AB2-AA79-6D3F72ED131B}" type="slidenum">
              <a:rPr lang="en-US" dirty="0"/>
              <a:pPr/>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11200" y="1713652"/>
            <a:ext cx="4387012" cy="461294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Picture Placeholder 11">
            <a:extLst>
              <a:ext uri="{FF2B5EF4-FFF2-40B4-BE49-F238E27FC236}">
                <a16:creationId xmlns:a16="http://schemas.microsoft.com/office/drawing/2014/main" id="{96F64025-FA05-CC42-8294-F944BC95DD00}"/>
              </a:ext>
            </a:extLst>
          </p:cNvPr>
          <p:cNvSpPr>
            <a:spLocks noGrp="1" noChangeAspect="1"/>
          </p:cNvSpPr>
          <p:nvPr>
            <p:ph type="pic" sz="quarter" idx="13" hasCustomPrompt="1"/>
          </p:nvPr>
        </p:nvSpPr>
        <p:spPr>
          <a:xfrm>
            <a:off x="5658927" y="1713653"/>
            <a:ext cx="6533071" cy="5144347"/>
          </a:xfrm>
          <a:custGeom>
            <a:avLst/>
            <a:gdLst/>
            <a:ahLst/>
            <a:cxnLst/>
            <a:rect l="l" t="t" r="r" b="b"/>
            <a:pathLst>
              <a:path w="6460672" h="5029200">
                <a:moveTo>
                  <a:pt x="0" y="0"/>
                </a:moveTo>
                <a:lnTo>
                  <a:pt x="6460672" y="0"/>
                </a:lnTo>
                <a:lnTo>
                  <a:pt x="6460672" y="5029200"/>
                </a:lnTo>
                <a:lnTo>
                  <a:pt x="0" y="5029200"/>
                </a:lnTo>
                <a:close/>
              </a:path>
            </a:pathLst>
          </a:custGeom>
          <a:blipFill>
            <a:blip r:embed="rId2">
              <a:alphaModFix amt="70000"/>
              <a:extLst>
                <a:ext uri="{28A0092B-C50C-407E-A947-70E740481C1C}">
                  <a14:useLocalDpi xmlns:a14="http://schemas.microsoft.com/office/drawing/2010/main" val="0"/>
                </a:ext>
              </a:extLst>
            </a:blip>
            <a:stretch>
              <a:fillRect/>
            </a:stretch>
          </a:blipFill>
        </p:spPr>
        <p:txBody>
          <a:bodyPr vert="horz" wrap="square" lIns="91440" tIns="45720" rIns="91440" bIns="45720" rtlCol="0" anchor="t">
            <a:noAutofit/>
          </a:bodyPr>
          <a:lstStyle>
            <a:lvl1pPr marL="0" indent="0">
              <a:buFont typeface="Arial" panose="020B0604020202020204" pitchFamily="34" charset="0"/>
              <a:buNone/>
              <a:defRPr lang="en-US" dirty="0"/>
            </a:lvl1pPr>
          </a:lstStyle>
          <a:p>
            <a:pPr marL="285750" lvl="0" indent="-285750"/>
            <a:endParaRPr/>
          </a:p>
        </p:txBody>
      </p:sp>
    </p:spTree>
    <p:extLst>
      <p:ext uri="{BB962C8B-B14F-4D97-AF65-F5344CB8AC3E}">
        <p14:creationId xmlns:p14="http://schemas.microsoft.com/office/powerpoint/2010/main" val="24947274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B7BBF55A-D91F-143D-FBB6-73995F00EAC2}"/>
              </a:ext>
            </a:extLst>
          </p:cNvPr>
          <p:cNvSpPr>
            <a:spLocks noGrp="1"/>
          </p:cNvSpPr>
          <p:nvPr>
            <p:ph type="title"/>
          </p:nvPr>
        </p:nvSpPr>
        <p:spPr>
          <a:xfrm>
            <a:off x="2057400" y="4937761"/>
            <a:ext cx="6987537" cy="1353312"/>
          </a:xfrm>
        </p:spPr>
        <p:txBody>
          <a:bodyPr anchor="t">
            <a:normAutofit/>
          </a:bodyPr>
          <a:lstStyle>
            <a:lvl1pPr>
              <a:lnSpc>
                <a:spcPct val="110000"/>
              </a:lnSpc>
              <a:spcBef>
                <a:spcPts val="1000"/>
              </a:spcBef>
              <a:defRPr sz="2800" cap="none" baseline="0">
                <a:latin typeface="+mn-lt"/>
              </a:defRPr>
            </a:lvl1pPr>
          </a:lstStyle>
          <a:p>
            <a:r>
              <a:rPr lang="en-US" dirty="0"/>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9" name="Content Placeholder 8">
            <a:extLst>
              <a:ext uri="{FF2B5EF4-FFF2-40B4-BE49-F238E27FC236}">
                <a16:creationId xmlns:a16="http://schemas.microsoft.com/office/drawing/2014/main" id="{072A4B4E-0B2F-F1BB-322A-713D1FB5F2FE}"/>
              </a:ext>
            </a:extLst>
          </p:cNvPr>
          <p:cNvSpPr>
            <a:spLocks noGrp="1"/>
          </p:cNvSpPr>
          <p:nvPr>
            <p:ph sz="quarter" idx="13" hasCustomPrompt="1"/>
          </p:nvPr>
        </p:nvSpPr>
        <p:spPr>
          <a:xfrm>
            <a:off x="2057400" y="549021"/>
            <a:ext cx="9455150" cy="4333875"/>
          </a:xfrm>
        </p:spPr>
        <p:txBody>
          <a:bodyPr anchor="b">
            <a:normAutofit/>
          </a:bodyPr>
          <a:lstStyle>
            <a:lvl1pPr>
              <a:defRPr sz="23200">
                <a:latin typeface="+mj-lt"/>
              </a:defRPr>
            </a:lvl1pPr>
          </a:lstStyle>
          <a:p>
            <a:pPr lvl="0"/>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E5AD3D17-73C9-402C-91E7-BA73E6829C50}"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cxnSp>
        <p:nvCxnSpPr>
          <p:cNvPr id="7" name="Straight Connector 6">
            <a:extLst>
              <a:ext uri="{FF2B5EF4-FFF2-40B4-BE49-F238E27FC236}">
                <a16:creationId xmlns:a16="http://schemas.microsoft.com/office/drawing/2014/main" id="{8546D47F-2AE5-2705-911C-52BBD6B7D8EA}"/>
              </a:ext>
            </a:extLst>
          </p:cNvPr>
          <p:cNvCxnSpPr>
            <a:cxnSpLocks/>
          </p:cNvCxnSpPr>
          <p:nvPr/>
        </p:nvCxnSpPr>
        <p:spPr>
          <a:xfrm flipV="1">
            <a:off x="13716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0006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hasCustomPrompt="1"/>
          </p:nvPr>
        </p:nvSpPr>
        <p:spPr>
          <a:xfrm>
            <a:off x="612648" y="-1228126"/>
            <a:ext cx="10652760" cy="1133856"/>
          </a:xfrm>
        </p:spPr>
        <p:txBody>
          <a:bodyPr/>
          <a:lstStyle>
            <a:lvl1pPr>
              <a:defRPr cap="none" baseline="0">
                <a:solidFill>
                  <a:schemeClr val="tx1"/>
                </a:solidFill>
              </a:defRPr>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7" name="Content Placeholder 6">
            <a:extLst>
              <a:ext uri="{FF2B5EF4-FFF2-40B4-BE49-F238E27FC236}">
                <a16:creationId xmlns:a16="http://schemas.microsoft.com/office/drawing/2014/main" id="{EAA4897F-B66E-DAD4-F56C-6152B417CC54}"/>
              </a:ext>
            </a:extLst>
          </p:cNvPr>
          <p:cNvSpPr>
            <a:spLocks noGrp="1"/>
          </p:cNvSpPr>
          <p:nvPr>
            <p:ph sz="quarter" idx="13" hasCustomPrompt="1"/>
          </p:nvPr>
        </p:nvSpPr>
        <p:spPr>
          <a:xfrm>
            <a:off x="2624138" y="2268748"/>
            <a:ext cx="6943724" cy="3954255"/>
          </a:xfrm>
        </p:spPr>
        <p:txBody>
          <a:bodyPr anchor="ctr" anchorCtr="0">
            <a:noAutofit/>
          </a:bodyPr>
          <a:lstStyle>
            <a:lvl1pPr marL="0" indent="0" algn="ctr">
              <a:lnSpc>
                <a:spcPct val="110000"/>
              </a:lnSpc>
              <a:buNone/>
              <a:defRPr sz="4400" b="0" cap="all" baseline="0">
                <a:solidFill>
                  <a:schemeClr val="tx1"/>
                </a:solidFill>
              </a:defRPr>
            </a:lvl1pPr>
            <a:lvl2pPr marL="228600" indent="0" algn="ctr">
              <a:lnSpc>
                <a:spcPct val="110000"/>
              </a:lnSpc>
              <a:buNone/>
              <a:defRPr sz="4400" b="0" cap="all" baseline="0">
                <a:solidFill>
                  <a:schemeClr val="tx1"/>
                </a:solidFill>
              </a:defRPr>
            </a:lvl2pPr>
            <a:lvl3pPr marL="457200" indent="0" algn="ctr">
              <a:lnSpc>
                <a:spcPct val="110000"/>
              </a:lnSpc>
              <a:buNone/>
              <a:defRPr sz="4400" b="0" cap="all" baseline="0">
                <a:solidFill>
                  <a:schemeClr val="tx1"/>
                </a:solidFill>
              </a:defRPr>
            </a:lvl3pPr>
            <a:lvl4pPr marL="685800" indent="0" algn="ctr">
              <a:lnSpc>
                <a:spcPct val="110000"/>
              </a:lnSpc>
              <a:buNone/>
              <a:defRPr sz="4400" b="0" cap="all" baseline="0">
                <a:solidFill>
                  <a:schemeClr val="tx1"/>
                </a:solidFill>
              </a:defRPr>
            </a:lvl4pPr>
            <a:lvl5pPr marL="914400" indent="0" algn="ctr">
              <a:lnSpc>
                <a:spcPct val="110000"/>
              </a:lnSpc>
              <a:buNone/>
              <a:defRPr sz="4400" b="0" cap="all" baseline="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1"/>
                </a:solidFill>
              </a:defRPr>
            </a:lvl1pPr>
          </a:lstStyle>
          <a:p>
            <a:fld id="{F140A1F3-DA5D-4F2E-B759-748FF8D0ACA9}" type="datetimeFigureOut">
              <a:rPr lang="en-US" dirty="0"/>
              <a:pPr/>
              <a:t>10/19/2026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sp>
        <p:nvSpPr>
          <p:cNvPr id="6" name="Freeform: Shape 15">
            <a:extLst>
              <a:ext uri="{FF2B5EF4-FFF2-40B4-BE49-F238E27FC236}">
                <a16:creationId xmlns:a16="http://schemas.microsoft.com/office/drawing/2014/main" id="{8EFA7EFC-C6F9-B1D5-025F-824C1CE9A204}"/>
              </a:ext>
              <a:ext uri="{C183D7F6-B498-43B3-948B-1728B52AA6E4}">
                <adec:decorative xmlns:adec="http://schemas.microsoft.com/office/drawing/2017/decorative" val="1"/>
              </a:ext>
            </a:extLst>
          </p:cNvPr>
          <p:cNvSpPr/>
          <p:nvPr/>
        </p:nvSpPr>
        <p:spPr>
          <a:xfrm rot="16200000">
            <a:off x="3057205" y="-1430380"/>
            <a:ext cx="6077590" cy="10510705"/>
          </a:xfrm>
          <a:custGeom>
            <a:avLst/>
            <a:gdLst/>
            <a:ahLst/>
            <a:cxnLst/>
            <a:rect l="l" t="t" r="r" b="b"/>
            <a:pathLst>
              <a:path w="3139529" h="5429563">
                <a:moveTo>
                  <a:pt x="4110" y="41"/>
                </a:moveTo>
                <a:lnTo>
                  <a:pt x="424748" y="0"/>
                </a:lnTo>
                <a:cubicBezTo>
                  <a:pt x="1924080" y="0"/>
                  <a:pt x="3139529" y="1215450"/>
                  <a:pt x="3139529" y="2714782"/>
                </a:cubicBezTo>
                <a:cubicBezTo>
                  <a:pt x="3139529" y="4214114"/>
                  <a:pt x="1924080" y="5429563"/>
                  <a:pt x="424748" y="5429563"/>
                </a:cubicBezTo>
                <a:lnTo>
                  <a:pt x="0" y="5429563"/>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63089005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16D87B9B-22A3-322E-B7E8-223255AD0957}"/>
              </a:ext>
            </a:extLst>
          </p:cNvPr>
          <p:cNvSpPr>
            <a:spLocks noGrp="1"/>
          </p:cNvSpPr>
          <p:nvPr>
            <p:ph type="title" hasCustomPrompt="1"/>
          </p:nvPr>
        </p:nvSpPr>
        <p:spPr>
          <a:xfrm>
            <a:off x="2940168" y="5669280"/>
            <a:ext cx="6311664" cy="466344"/>
          </a:xfrm>
        </p:spPr>
        <p:txBody>
          <a:bodyPr anchor="ctr">
            <a:normAutofit/>
          </a:bodyPr>
          <a:lstStyle>
            <a:lvl1pPr algn="ctr">
              <a:lnSpc>
                <a:spcPct val="110000"/>
              </a:lnSpc>
              <a:spcBef>
                <a:spcPts val="1000"/>
              </a:spcBef>
              <a:defRPr sz="1800" cap="all" baseline="0">
                <a:latin typeface="+mn-lt"/>
              </a:defRPr>
            </a:lvl1pPr>
          </a:lstStyle>
          <a:p>
            <a:r>
              <a:rPr lang="en-US" dirty="0"/>
              <a:t>Quote Author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8" name="Content Placeholder 8">
            <a:extLst>
              <a:ext uri="{FF2B5EF4-FFF2-40B4-BE49-F238E27FC236}">
                <a16:creationId xmlns:a16="http://schemas.microsoft.com/office/drawing/2014/main" id="{6A9BC83F-8FE5-5223-2B3A-6E122D336309}"/>
              </a:ext>
            </a:extLst>
          </p:cNvPr>
          <p:cNvSpPr>
            <a:spLocks noGrp="1"/>
          </p:cNvSpPr>
          <p:nvPr>
            <p:ph sz="quarter" idx="13" hasCustomPrompt="1"/>
          </p:nvPr>
        </p:nvSpPr>
        <p:spPr>
          <a:xfrm>
            <a:off x="2597135" y="1744578"/>
            <a:ext cx="6997730" cy="3507906"/>
          </a:xfrm>
        </p:spPr>
        <p:txBody>
          <a:bodyPr anchor="b">
            <a:normAutofit/>
          </a:bodyPr>
          <a:lstStyle>
            <a:lvl1pPr algn="ctr">
              <a:lnSpc>
                <a:spcPct val="100000"/>
              </a:lnSpc>
              <a:spcBef>
                <a:spcPts val="0"/>
              </a:spcBef>
              <a:defRPr sz="6000" cap="all" baseline="0">
                <a:latin typeface="+mn-lt"/>
              </a:defRPr>
            </a:lvl1pPr>
          </a:lstStyle>
          <a:p>
            <a:pPr lvl="0"/>
            <a:r>
              <a:rPr lang="en-US" dirty="0"/>
              <a:t>Click to add Quote</a:t>
            </a:r>
          </a:p>
        </p:txBody>
      </p:sp>
      <p:sp>
        <p:nvSpPr>
          <p:cNvPr id="9" name="Freeform: Shape 15">
            <a:extLst>
              <a:ext uri="{FF2B5EF4-FFF2-40B4-BE49-F238E27FC236}">
                <a16:creationId xmlns:a16="http://schemas.microsoft.com/office/drawing/2014/main" id="{9F353A57-FA3C-A68C-4908-E774A52CB1B6}"/>
              </a:ext>
              <a:ext uri="{C183D7F6-B498-43B3-948B-1728B52AA6E4}">
                <adec:decorative xmlns:adec="http://schemas.microsoft.com/office/drawing/2017/decorative" val="1"/>
              </a:ext>
            </a:extLst>
          </p:cNvPr>
          <p:cNvSpPr/>
          <p:nvPr/>
        </p:nvSpPr>
        <p:spPr>
          <a:xfrm rot="16200000">
            <a:off x="2811380" y="-1681974"/>
            <a:ext cx="6569242" cy="10510705"/>
          </a:xfrm>
          <a:custGeom>
            <a:avLst/>
            <a:gdLst/>
            <a:ahLst/>
            <a:cxnLst/>
            <a:rect l="l" t="t" r="r" b="b"/>
            <a:pathLst>
              <a:path w="3139529" h="5429563">
                <a:moveTo>
                  <a:pt x="4110" y="41"/>
                </a:moveTo>
                <a:lnTo>
                  <a:pt x="424748" y="0"/>
                </a:lnTo>
                <a:cubicBezTo>
                  <a:pt x="1924080" y="0"/>
                  <a:pt x="3139529" y="1215450"/>
                  <a:pt x="3139529" y="2714782"/>
                </a:cubicBezTo>
                <a:cubicBezTo>
                  <a:pt x="3139529" y="4214114"/>
                  <a:pt x="1924080" y="5429563"/>
                  <a:pt x="424748" y="5429563"/>
                </a:cubicBezTo>
                <a:lnTo>
                  <a:pt x="0" y="5429563"/>
                </a:lnTo>
              </a:path>
            </a:pathLst>
          </a:cu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4D63035D-22A0-4334-A9AE-2457016C8B47}"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spTree>
    <p:extLst>
      <p:ext uri="{BB962C8B-B14F-4D97-AF65-F5344CB8AC3E}">
        <p14:creationId xmlns:p14="http://schemas.microsoft.com/office/powerpoint/2010/main" val="30042016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65760"/>
            <a:ext cx="10741152" cy="1132258"/>
          </a:xfrm>
        </p:spPr>
        <p:txBody>
          <a:bodyPr/>
          <a:lstStyle>
            <a:lvl1pPr>
              <a:defRPr>
                <a:solidFill>
                  <a:schemeClr val="tx1"/>
                </a:solidFill>
              </a:defRPr>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4" name="Content Placeholder 3">
            <a:extLst>
              <a:ext uri="{FF2B5EF4-FFF2-40B4-BE49-F238E27FC236}">
                <a16:creationId xmlns:a16="http://schemas.microsoft.com/office/drawing/2014/main" id="{2172FE6B-A4D8-8ED7-89D7-5E7F2C5B8F5F}"/>
              </a:ext>
            </a:extLst>
          </p:cNvPr>
          <p:cNvSpPr>
            <a:spLocks noGrp="1"/>
          </p:cNvSpPr>
          <p:nvPr>
            <p:ph sz="quarter" idx="15"/>
          </p:nvPr>
        </p:nvSpPr>
        <p:spPr>
          <a:xfrm>
            <a:off x="731838" y="2103438"/>
            <a:ext cx="5181600" cy="435133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3">
            <a:extLst>
              <a:ext uri="{FF2B5EF4-FFF2-40B4-BE49-F238E27FC236}">
                <a16:creationId xmlns:a16="http://schemas.microsoft.com/office/drawing/2014/main" id="{686405AE-ED31-677D-86D8-01EAD583735E}"/>
              </a:ext>
            </a:extLst>
          </p:cNvPr>
          <p:cNvSpPr>
            <a:spLocks noGrp="1"/>
          </p:cNvSpPr>
          <p:nvPr>
            <p:ph sz="quarter" idx="16"/>
          </p:nvPr>
        </p:nvSpPr>
        <p:spPr>
          <a:xfrm>
            <a:off x="6284947" y="2103121"/>
            <a:ext cx="5181600" cy="435133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9E765B10-D26A-480A-9509-A9831C5E60D8}" type="datetimeFigureOut">
              <a:rPr lang="en-US" dirty="0"/>
              <a:pPr/>
              <a:t>10/19/2026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spTree>
    <p:extLst>
      <p:ext uri="{BB962C8B-B14F-4D97-AF65-F5344CB8AC3E}">
        <p14:creationId xmlns:p14="http://schemas.microsoft.com/office/powerpoint/2010/main" val="26971685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85A6F3D-6630-C2E0-DC0A-6D2C0AACFF58}"/>
              </a:ext>
            </a:extLst>
          </p:cNvPr>
          <p:cNvSpPr>
            <a:spLocks noGrp="1"/>
          </p:cNvSpPr>
          <p:nvPr>
            <p:ph type="title"/>
          </p:nvPr>
        </p:nvSpPr>
        <p:spPr>
          <a:xfrm>
            <a:off x="731520" y="365760"/>
            <a:ext cx="10741152" cy="1132258"/>
          </a:xfrm>
        </p:spPr>
        <p:txBody>
          <a:bodyPr/>
          <a:lstStyle>
            <a:lvl1pPr>
              <a:defRPr>
                <a:solidFill>
                  <a:schemeClr val="tx1"/>
                </a:solidFill>
              </a:defRPr>
            </a:lvl1pPr>
          </a:lstStyle>
          <a:p>
            <a:r>
              <a:rPr lang="en-US" dirty="0"/>
              <a:t>Click to edit Master title style</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731520" y="2103120"/>
            <a:ext cx="5157787" cy="559834"/>
          </a:xfrm>
        </p:spPr>
        <p:txBody>
          <a:bodyPr anchor="b">
            <a:norm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 name="Content Placeholder 3">
            <a:extLst>
              <a:ext uri="{FF2B5EF4-FFF2-40B4-BE49-F238E27FC236}">
                <a16:creationId xmlns:a16="http://schemas.microsoft.com/office/drawing/2014/main" id="{9C38DBB1-A1FA-A460-88C8-B05F1570CA97}"/>
              </a:ext>
            </a:extLst>
          </p:cNvPr>
          <p:cNvSpPr>
            <a:spLocks noGrp="1"/>
          </p:cNvSpPr>
          <p:nvPr>
            <p:ph sz="quarter" idx="15"/>
          </p:nvPr>
        </p:nvSpPr>
        <p:spPr>
          <a:xfrm>
            <a:off x="731838" y="2743200"/>
            <a:ext cx="5157187" cy="37639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09360" y="2103120"/>
            <a:ext cx="5183188" cy="559834"/>
          </a:xfrm>
        </p:spPr>
        <p:txBody>
          <a:bodyPr anchor="b">
            <a:norm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82D763CC-A010-6A2B-FEF3-388EAC8417D7}"/>
              </a:ext>
            </a:extLst>
          </p:cNvPr>
          <p:cNvSpPr>
            <a:spLocks noGrp="1"/>
          </p:cNvSpPr>
          <p:nvPr>
            <p:ph sz="quarter" idx="16"/>
          </p:nvPr>
        </p:nvSpPr>
        <p:spPr>
          <a:xfrm>
            <a:off x="6309361" y="2743200"/>
            <a:ext cx="5183188" cy="37639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tx1"/>
                </a:solidFill>
              </a:defRPr>
            </a:lvl1pPr>
          </a:lstStyle>
          <a:p>
            <a:fld id="{5BCCB42A-67CE-499B-A4FA-7D4E4469B142}" type="datetimeFigureOut">
              <a:rPr lang="en-US" dirty="0"/>
              <a:pPr/>
              <a:t>10/19/2026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spTree>
    <p:extLst>
      <p:ext uri="{BB962C8B-B14F-4D97-AF65-F5344CB8AC3E}">
        <p14:creationId xmlns:p14="http://schemas.microsoft.com/office/powerpoint/2010/main" val="56930398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0796BC8-E1B7-E6D6-E86F-4A5CAECDFEFC}"/>
              </a:ext>
            </a:extLst>
          </p:cNvPr>
          <p:cNvSpPr>
            <a:spLocks noGrp="1"/>
          </p:cNvSpPr>
          <p:nvPr>
            <p:ph type="title"/>
          </p:nvPr>
        </p:nvSpPr>
        <p:spPr>
          <a:xfrm>
            <a:off x="731520" y="365760"/>
            <a:ext cx="10741152" cy="1132258"/>
          </a:xfrm>
        </p:spPr>
        <p:txBody>
          <a:bodyPr/>
          <a:lstStyle>
            <a:lvl1pPr>
              <a:defRPr>
                <a:solidFill>
                  <a:schemeClr val="tx1"/>
                </a:solidFill>
              </a:defRPr>
            </a:lvl1pPr>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tx1"/>
                </a:solidFill>
              </a:defRPr>
            </a:lvl1pPr>
          </a:lstStyle>
          <a:p>
            <a:fld id="{EF9E5040-F7E0-40EC-B8E9-CED28200FAA3}" type="datetimeFigureOut">
              <a:rPr lang="en-US" dirty="0"/>
              <a:pPr/>
              <a:t>10/19/2026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spTree>
    <p:extLst>
      <p:ext uri="{BB962C8B-B14F-4D97-AF65-F5344CB8AC3E}">
        <p14:creationId xmlns:p14="http://schemas.microsoft.com/office/powerpoint/2010/main" val="15003177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tx1"/>
                </a:solidFill>
              </a:defRPr>
            </a:lvl1pPr>
          </a:lstStyle>
          <a:p>
            <a:fld id="{87CFF128-BAC7-4E0D-8F77-28A571D93B6F}" type="datetimeFigureOut">
              <a:rPr lang="en-US" dirty="0"/>
              <a:pPr/>
              <a:t>10/19/2026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spTree>
    <p:extLst>
      <p:ext uri="{BB962C8B-B14F-4D97-AF65-F5344CB8AC3E}">
        <p14:creationId xmlns:p14="http://schemas.microsoft.com/office/powerpoint/2010/main" val="19803474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41248" y="457200"/>
            <a:ext cx="7342307" cy="1133856"/>
          </a:xfrm>
          <a:noFill/>
        </p:spPr>
        <p:txBody>
          <a:bodyPr anchor="b">
            <a:noAutofit/>
          </a:bodyPr>
          <a:lstStyle>
            <a:lvl1pPr>
              <a:defRPr sz="6000">
                <a:solidFill>
                  <a:schemeClr val="tx1"/>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noFill/>
        </p:spPr>
        <p:txBody>
          <a:bodyPr/>
          <a:lstStyle>
            <a:lvl1pPr>
              <a:defRPr>
                <a:solidFill>
                  <a:schemeClr val="tx1"/>
                </a:solidFill>
              </a:defRPr>
            </a:lvl1pPr>
          </a:lstStyle>
          <a:p>
            <a:r>
              <a:rPr lang="en-US" dirty="0"/>
              <a:t>
              </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841248" y="2624328"/>
            <a:ext cx="10424160" cy="3200400"/>
          </a:xfrm>
          <a:noFill/>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noFill/>
        </p:spPr>
        <p:txBody>
          <a:bodyPr/>
          <a:lstStyle>
            <a:lvl1pPr>
              <a:defRPr>
                <a:solidFill>
                  <a:schemeClr val="tx1"/>
                </a:solidFill>
              </a:defRPr>
            </a:lvl1pPr>
          </a:lstStyle>
          <a:p>
            <a:fld id="{157987AA-E4E6-4FC1-BAD8-09A952212C58}"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noFill/>
        </p:spPr>
        <p:txBody>
          <a:bodyPr/>
          <a:lstStyle>
            <a:lvl1pPr>
              <a:defRPr>
                <a:solidFill>
                  <a:schemeClr val="tx1"/>
                </a:solidFill>
              </a:defRPr>
            </a:lvl1pPr>
          </a:lstStyle>
          <a:p>
            <a:fld id="{CC057153-B650-4DEB-B370-79DDCFDCE934}" type="slidenum">
              <a:rPr lang="en-US" dirty="0"/>
              <a:pPr/>
              <a:t>‹#›</a:t>
            </a:fld>
            <a:endParaRPr lang="en-US" dirty="0"/>
          </a:p>
        </p:txBody>
      </p:sp>
    </p:spTree>
    <p:extLst>
      <p:ext uri="{BB962C8B-B14F-4D97-AF65-F5344CB8AC3E}">
        <p14:creationId xmlns:p14="http://schemas.microsoft.com/office/powerpoint/2010/main" val="31677869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8" name="Title 6">
            <a:extLst>
              <a:ext uri="{FF2B5EF4-FFF2-40B4-BE49-F238E27FC236}">
                <a16:creationId xmlns:a16="http://schemas.microsoft.com/office/drawing/2014/main" id="{CE8CC034-C652-239B-0064-9B0543AC25C5}"/>
              </a:ext>
            </a:extLst>
          </p:cNvPr>
          <p:cNvSpPr>
            <a:spLocks noGrp="1"/>
          </p:cNvSpPr>
          <p:nvPr>
            <p:ph type="title"/>
          </p:nvPr>
        </p:nvSpPr>
        <p:spPr>
          <a:xfrm>
            <a:off x="731520" y="365760"/>
            <a:ext cx="10741152" cy="1132258"/>
          </a:xfrm>
        </p:spPr>
        <p:txBody>
          <a:bodyPr/>
          <a:lstStyle>
            <a:lvl1pPr>
              <a:defRPr lang="en-US" dirty="0"/>
            </a:lvl1pPr>
          </a:lstStyle>
          <a:p>
            <a:r>
              <a:rPr lang="en-US" dirty="0"/>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dirty="0"/>
              <a:t>
              </a:t>
            </a:r>
          </a:p>
        </p:txBody>
      </p:sp>
      <p:sp>
        <p:nvSpPr>
          <p:cNvPr id="2" name="Content Placeholder 7">
            <a:extLst>
              <a:ext uri="{FF2B5EF4-FFF2-40B4-BE49-F238E27FC236}">
                <a16:creationId xmlns:a16="http://schemas.microsoft.com/office/drawing/2014/main" id="{D051F68D-E2E5-C625-0273-281CE6D4939F}"/>
              </a:ext>
            </a:extLst>
          </p:cNvPr>
          <p:cNvSpPr>
            <a:spLocks noGrp="1"/>
          </p:cNvSpPr>
          <p:nvPr>
            <p:ph sz="quarter" idx="13"/>
          </p:nvPr>
        </p:nvSpPr>
        <p:spPr>
          <a:xfrm>
            <a:off x="731520" y="2301836"/>
            <a:ext cx="10741150" cy="3921165"/>
          </a:xfrm>
          <a:noFill/>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EEE2A7A0-B9EE-41A8-8016-28E5803F20B2}"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dirty="0"/>
              <a:pPr/>
              <a:t>‹#›</a:t>
            </a:fld>
            <a:endParaRPr lang="en-US" dirty="0"/>
          </a:p>
        </p:txBody>
      </p:sp>
    </p:spTree>
    <p:extLst>
      <p:ext uri="{BB962C8B-B14F-4D97-AF65-F5344CB8AC3E}">
        <p14:creationId xmlns:p14="http://schemas.microsoft.com/office/powerpoint/2010/main" val="201415092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E3D17B11-CCD8-4EEC-AD7E-F410C1454966}" type="datetimeFigureOut">
              <a:rPr lang="zh-CN" altLang="en-US" smtClean="0"/>
              <a:t>2026/10/19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CB688-378F-4534-BFFE-AF122467FDB7}" type="slidenum">
              <a:rPr lang="zh-CN" altLang="en-US" smtClean="0"/>
              <a:t>‹#›</a:t>
            </a:fld>
            <a:endParaRPr lang="zh-CN" altLang="en-US"/>
          </a:p>
        </p:txBody>
      </p:sp>
    </p:spTree>
    <p:extLst>
      <p:ext uri="{BB962C8B-B14F-4D97-AF65-F5344CB8AC3E}">
        <p14:creationId xmlns:p14="http://schemas.microsoft.com/office/powerpoint/2010/main" val="35545541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D476A66-BE83-43F9-A28B-02DF7879AD52}"/>
              </a:ext>
            </a:extLst>
          </p:cNvPr>
          <p:cNvSpPr>
            <a:spLocks noGrp="1"/>
          </p:cNvSpPr>
          <p:nvPr>
            <p:ph type="title"/>
          </p:nvPr>
        </p:nvSpPr>
        <p:spPr>
          <a:xfrm>
            <a:off x="838200" y="584990"/>
            <a:ext cx="10515600" cy="1116811"/>
          </a:xfrm>
          <a:prstGeom prst="rect">
            <a:avLst/>
          </a:prstGeom>
        </p:spPr>
        <p:txBody>
          <a:bodyPr vert="horz" lIns="91440" tIns="45720" rIns="91440" bIns="45720" rtlCol="0" anchor="b">
            <a:normAutofit/>
          </a:bodyPr>
          <a:lstStyle/>
          <a:p>
            <a:r>
              <a:rPr lang="en-US" dirty="0"/>
              <a:t>Click to edit Master title style</a:t>
            </a:r>
          </a:p>
        </p:txBody>
      </p:sp>
      <p:sp>
        <p:nvSpPr>
          <p:cNvPr id="5" name="Footer Placeholder 4">
            <a:extLst>
              <a:ext uri="{FF2B5EF4-FFF2-40B4-BE49-F238E27FC236}">
                <a16:creationId xmlns:a16="http://schemas.microsoft.com/office/drawing/2014/main" id="{0DACB382-EE11-430D-941A-DB76EEB7F2D5}"/>
              </a:ext>
            </a:extLst>
          </p:cNvPr>
          <p:cNvSpPr>
            <a:spLocks noGrp="1"/>
          </p:cNvSpPr>
          <p:nvPr>
            <p:ph type="ftr" sz="quarter" idx="3"/>
          </p:nvPr>
        </p:nvSpPr>
        <p:spPr>
          <a:xfrm rot="16200000" flipH="1">
            <a:off x="-1131161" y="1592957"/>
            <a:ext cx="2973522" cy="365125"/>
          </a:xfrm>
          <a:prstGeom prst="rect">
            <a:avLst/>
          </a:prstGeom>
        </p:spPr>
        <p:txBody>
          <a:bodyPr vert="horz" lIns="91440" tIns="45720" rIns="91440" bIns="45720" rtlCol="0" anchor="ctr"/>
          <a:lstStyle>
            <a:lvl1pPr algn="r" rtl="0">
              <a:defRPr sz="1000">
                <a:solidFill>
                  <a:schemeClr val="tx1"/>
                </a:solidFill>
              </a:defRPr>
            </a:lvl1pPr>
          </a:lstStyle>
          <a:p>
            <a:r>
              <a:rPr lang="en-US" dirty="0"/>
              <a:t>
              </a:t>
            </a:r>
          </a:p>
        </p:txBody>
      </p:sp>
      <p:sp>
        <p:nvSpPr>
          <p:cNvPr id="3" name="Text Placeholder 2">
            <a:extLst>
              <a:ext uri="{FF2B5EF4-FFF2-40B4-BE49-F238E27FC236}">
                <a16:creationId xmlns:a16="http://schemas.microsoft.com/office/drawing/2014/main" id="{19D76E94-F276-4F0F-8DD9-B1F8A3198AE1}"/>
              </a:ext>
            </a:extLst>
          </p:cNvPr>
          <p:cNvSpPr>
            <a:spLocks noGrp="1"/>
          </p:cNvSpPr>
          <p:nvPr>
            <p:ph type="body" idx="1"/>
          </p:nvPr>
        </p:nvSpPr>
        <p:spPr>
          <a:xfrm>
            <a:off x="838200" y="2061469"/>
            <a:ext cx="10515600" cy="4114801"/>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4AD964E-3A2E-4DB9-B96A-EDE144A47BDC}"/>
              </a:ext>
            </a:extLst>
          </p:cNvPr>
          <p:cNvSpPr>
            <a:spLocks noGrp="1"/>
          </p:cNvSpPr>
          <p:nvPr>
            <p:ph type="dt" sz="half" idx="2"/>
          </p:nvPr>
        </p:nvSpPr>
        <p:spPr>
          <a:xfrm rot="5400000">
            <a:off x="10425981" y="4687095"/>
            <a:ext cx="2706690" cy="365125"/>
          </a:xfrm>
          <a:prstGeom prst="rect">
            <a:avLst/>
          </a:prstGeom>
        </p:spPr>
        <p:txBody>
          <a:bodyPr vert="horz" lIns="91440" tIns="45720" rIns="91440" bIns="45720" rtlCol="0" anchor="ctr"/>
          <a:lstStyle>
            <a:lvl1pPr algn="r" rtl="0">
              <a:defRPr sz="1000">
                <a:solidFill>
                  <a:schemeClr val="tx1"/>
                </a:solidFill>
              </a:defRPr>
            </a:lvl1pPr>
          </a:lstStyle>
          <a:p>
            <a:fld id="{7FA43F5B-065E-43CE-B3FD-98C48A6F94D7}" type="datetimeFigureOut">
              <a:rPr lang="en-US" dirty="0"/>
              <a:pPr/>
              <a:t>10/19/2026</a:t>
            </a:fld>
            <a:endParaRPr lang="en-US" dirty="0"/>
          </a:p>
        </p:txBody>
      </p:sp>
      <p:sp>
        <p:nvSpPr>
          <p:cNvPr id="6" name="Slide Number Placeholder 5">
            <a:extLst>
              <a:ext uri="{FF2B5EF4-FFF2-40B4-BE49-F238E27FC236}">
                <a16:creationId xmlns:a16="http://schemas.microsoft.com/office/drawing/2014/main" id="{A3C562FE-ACD1-43F2-A3DE-5B11E10B7EA5}"/>
              </a:ext>
            </a:extLst>
          </p:cNvPr>
          <p:cNvSpPr>
            <a:spLocks noGrp="1"/>
          </p:cNvSpPr>
          <p:nvPr>
            <p:ph type="sldNum" sz="quarter" idx="4"/>
          </p:nvPr>
        </p:nvSpPr>
        <p:spPr>
          <a:xfrm>
            <a:off x="11512296" y="6356350"/>
            <a:ext cx="574620" cy="365125"/>
          </a:xfrm>
          <a:prstGeom prst="rect">
            <a:avLst/>
          </a:prstGeom>
        </p:spPr>
        <p:txBody>
          <a:bodyPr vert="horz" lIns="91440" tIns="45720" rIns="91440" bIns="45720" rtlCol="0" anchor="ctr"/>
          <a:lstStyle>
            <a:lvl1pPr algn="ctr" rtl="0">
              <a:defRPr sz="1000">
                <a:solidFill>
                  <a:schemeClr val="tx1"/>
                </a:solidFill>
              </a:defRPr>
            </a:lvl1pPr>
          </a:lstStyle>
          <a:p>
            <a:fld id="{2DE90F28-AFBB-4AB2-AA79-6D3F72ED131B}" type="slidenum">
              <a:rPr lang="en-US" dirty="0"/>
              <a:pPr/>
              <a:t>‹#›</a:t>
            </a:fld>
            <a:endParaRPr lang="en-US" dirty="0"/>
          </a:p>
        </p:txBody>
      </p:sp>
      <p:cxnSp>
        <p:nvCxnSpPr>
          <p:cNvPr id="13" name="Straight Connector 12">
            <a:extLst>
              <a:ext uri="{FF2B5EF4-FFF2-40B4-BE49-F238E27FC236}">
                <a16:creationId xmlns:a16="http://schemas.microsoft.com/office/drawing/2014/main" id="{1EB34A3B-1FD5-48FF-9982-1E64C864C01D}"/>
              </a:ext>
            </a:extLst>
          </p:cNvPr>
          <p:cNvCxnSpPr>
            <a:cxnSpLocks/>
          </p:cNvCxnSpPr>
          <p:nvPr/>
        </p:nvCxnSpPr>
        <p:spPr>
          <a:xfrm flipH="1">
            <a:off x="4" y="1824111"/>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0367042"/>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 id="2147483727" r:id="rId9"/>
    <p:sldLayoutId id="2147483728" r:id="rId10"/>
    <p:sldLayoutId id="2147483729" r:id="rId11"/>
    <p:sldLayoutId id="2147483730" r:id="rId12"/>
    <p:sldLayoutId id="2147483731" r:id="rId13"/>
    <p:sldLayoutId id="2147483732" r:id="rId14"/>
    <p:sldLayoutId id="2147483733" r:id="rId15"/>
    <p:sldLayoutId id="2147483734" r:id="rId16"/>
    <p:sldLayoutId id="2147483735" r:id="rId17"/>
    <p:sldLayoutId id="2147483736" r:id="rId18"/>
    <p:sldLayoutId id="2147483737" r:id="rId19"/>
    <p:sldLayoutId id="2147483738" r:id="rId20"/>
    <p:sldLayoutId id="2147483739" r:id="rId21"/>
    <p:sldLayoutId id="2147483740" r:id="rId22"/>
    <p:sldLayoutId id="2147483741" r:id="rId23"/>
    <p:sldLayoutId id="2147483742" r:id="rId24"/>
    <p:sldLayoutId id="2147483743" r:id="rId25"/>
    <p:sldLayoutId id="2147483744" r:id="rId26"/>
    <p:sldLayoutId id="2147483745" r:id="rId27"/>
    <p:sldLayoutId id="2147483746" r:id="rId28"/>
  </p:sldLayoutIdLst>
  <p:hf hdr="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0" indent="0" algn="l" defTabSz="914400" rtl="0" eaLnBrk="1" latinLnBrk="0" hangingPunct="1">
        <a:lnSpc>
          <a:spcPct val="110000"/>
        </a:lnSpc>
        <a:spcBef>
          <a:spcPts val="1000"/>
        </a:spcBef>
        <a:buSzPct val="80000"/>
        <a:buFont typeface="Arial" panose="020B0604020202020204" pitchFamily="34" charset="0"/>
        <a:buNone/>
        <a:defRPr sz="18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6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528">
          <p15:clr>
            <a:srgbClr val="F26B43"/>
          </p15:clr>
        </p15:guide>
        <p15:guide id="2" pos="528">
          <p15:clr>
            <a:srgbClr val="F26B43"/>
          </p15:clr>
        </p15:guide>
        <p15:guide id="3" orient="horz" pos="3792">
          <p15:clr>
            <a:srgbClr val="F26B43"/>
          </p15:clr>
        </p15:guide>
        <p15:guide id="4" pos="715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x.com/i/trending/2104964358027542770?lang=en" TargetMode="External"/><Relationship Id="rId1" Type="http://schemas.openxmlformats.org/officeDocument/2006/relationships/slideLayout" Target="../slideLayouts/slideLayout12.xml"/><Relationship Id="rId4" Type="http://schemas.openxmlformats.org/officeDocument/2006/relationships/image" Target="../media/image5.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hyperlink" Target="https://melty.gg/" TargetMode="External"/><Relationship Id="rId2" Type="http://schemas.openxmlformats.org/officeDocument/2006/relationships/hyperlink" Target="https://www.youtube.com/watch?v=TmgAK5JjcDM"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b="1">
                <a:ea typeface="+mj-lt"/>
                <a:cs typeface="+mj-lt"/>
              </a:rPr>
              <a:t>AI-Assisted Game Mashups</a:t>
            </a:r>
            <a:endParaRPr lang="zh-CN">
              <a:ea typeface="+mj-lt"/>
              <a:cs typeface="+mj-lt"/>
            </a:endParaRPr>
          </a:p>
        </p:txBody>
      </p:sp>
      <p:sp>
        <p:nvSpPr>
          <p:cNvPr id="3" name="副标题 2"/>
          <p:cNvSpPr>
            <a:spLocks noGrp="1"/>
          </p:cNvSpPr>
          <p:nvPr>
            <p:ph type="subTitle" idx="1"/>
          </p:nvPr>
        </p:nvSpPr>
        <p:spPr/>
        <p:txBody>
          <a:bodyPr vert="horz" lIns="91440" tIns="45720" rIns="91440" bIns="45720" rtlCol="0" anchor="t">
            <a:normAutofit/>
          </a:bodyPr>
          <a:lstStyle/>
          <a:p>
            <a:r>
              <a:rPr lang="zh-CN" altLang="en-US"/>
              <a:t>By: Zidian, Jackie, B</a:t>
            </a:r>
          </a:p>
        </p:txBody>
      </p:sp>
    </p:spTree>
    <p:extLst>
      <p:ext uri="{BB962C8B-B14F-4D97-AF65-F5344CB8AC3E}">
        <p14:creationId xmlns:p14="http://schemas.microsoft.com/office/powerpoint/2010/main" val="7030884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371A59A5-57FF-F0E1-459F-951F29FD86D0}"/>
              </a:ext>
            </a:extLst>
          </p:cNvPr>
          <p:cNvSpPr>
            <a:spLocks noGrp="1"/>
          </p:cNvSpPr>
          <p:nvPr>
            <p:ph type="title"/>
          </p:nvPr>
        </p:nvSpPr>
        <p:spPr>
          <a:xfrm>
            <a:off x="731520" y="548640"/>
            <a:ext cx="6135624" cy="1143000"/>
          </a:xfrm>
        </p:spPr>
        <p:txBody>
          <a:bodyPr/>
          <a:lstStyle/>
          <a:p>
            <a:r>
              <a:rPr lang="en-US" b="1">
                <a:ea typeface="+mj-lt"/>
                <a:cs typeface="+mj-lt"/>
              </a:rPr>
              <a:t>What Is a Game Mashup?</a:t>
            </a:r>
            <a:endParaRPr lang="zh-CN" altLang="en-US"/>
          </a:p>
        </p:txBody>
      </p:sp>
      <p:sp>
        <p:nvSpPr>
          <p:cNvPr id="13" name="Content Placeholder 2">
            <a:extLst>
              <a:ext uri="{FF2B5EF4-FFF2-40B4-BE49-F238E27FC236}">
                <a16:creationId xmlns:a16="http://schemas.microsoft.com/office/drawing/2014/main" id="{F1C033E7-D1F6-8EBD-56A9-399E4A490C40}"/>
              </a:ext>
            </a:extLst>
          </p:cNvPr>
          <p:cNvSpPr>
            <a:spLocks noGrp="1"/>
          </p:cNvSpPr>
          <p:nvPr>
            <p:ph sz="quarter" idx="14"/>
          </p:nvPr>
        </p:nvSpPr>
        <p:spPr>
          <a:xfrm>
            <a:off x="731520" y="1828800"/>
            <a:ext cx="6135624" cy="4489704"/>
          </a:xfrm>
        </p:spPr>
        <p:txBody>
          <a:bodyPr vert="horz" lIns="91440" tIns="45720" rIns="91440" bIns="45720" rtlCol="0" anchor="t">
            <a:normAutofit/>
          </a:bodyPr>
          <a:lstStyle/>
          <a:p>
            <a:r>
              <a:rPr lang="en-US" sz="2000"/>
              <a:t>A game mashup combines elements, gameplay from </a:t>
            </a:r>
            <a:r>
              <a:rPr lang="en-US" sz="2000" dirty="0"/>
              <a:t>two different games, allowing player using one's mechanic in another.</a:t>
            </a:r>
          </a:p>
        </p:txBody>
      </p:sp>
      <p:pic>
        <p:nvPicPr>
          <p:cNvPr id="7" name="图片占位符 6">
            <a:extLst>
              <a:ext uri="{FF2B5EF4-FFF2-40B4-BE49-F238E27FC236}">
                <a16:creationId xmlns:a16="http://schemas.microsoft.com/office/drawing/2014/main" id="{1DEE7BDC-7715-2B87-3444-69EC86FA5375}"/>
              </a:ext>
            </a:extLst>
          </p:cNvPr>
          <p:cNvPicPr>
            <a:picLocks noGrp="1" noChangeAspect="1"/>
          </p:cNvPicPr>
          <p:nvPr>
            <p:ph type="pic" sz="quarter" idx="13"/>
          </p:nvPr>
        </p:nvPicPr>
        <p:blipFill>
          <a:blip r:embed="rId2"/>
          <a:srcRect l="12467" r="12467"/>
          <a:stretch/>
        </p:blipFill>
        <p:spPr>
          <a:xfrm>
            <a:off x="7372159" y="-1742"/>
            <a:ext cx="4820346" cy="6861484"/>
          </a:xfrm>
          <a:prstGeom prst="rect">
            <a:avLst/>
          </a:prstGeom>
          <a:blipFill>
            <a:blip r:embed="rId3">
              <a:alphaModFix amt="70000"/>
              <a:extLst>
                <a:ext uri="{28A0092B-C50C-407E-A947-70E740481C1C}">
                  <a14:useLocalDpi xmlns:a14="http://schemas.microsoft.com/office/drawing/2010/main" val="0"/>
                </a:ext>
              </a:extLst>
            </a:blip>
            <a:stretch>
              <a:fillRect/>
            </a:stretch>
          </a:blipFill>
        </p:spPr>
      </p:pic>
      <p:sp>
        <p:nvSpPr>
          <p:cNvPr id="4" name="日期占位符 3">
            <a:extLst>
              <a:ext uri="{FF2B5EF4-FFF2-40B4-BE49-F238E27FC236}">
                <a16:creationId xmlns:a16="http://schemas.microsoft.com/office/drawing/2014/main" id="{9493EF18-DDFA-D4BC-C455-46BD65B167E2}"/>
              </a:ext>
            </a:extLst>
          </p:cNvPr>
          <p:cNvSpPr>
            <a:spLocks noGrp="1"/>
          </p:cNvSpPr>
          <p:nvPr>
            <p:ph type="dt" sz="half" idx="15"/>
          </p:nvPr>
        </p:nvSpPr>
        <p:spPr>
          <a:xfrm rot="5400000">
            <a:off x="-997745" y="4687095"/>
            <a:ext cx="2706690" cy="365125"/>
          </a:xfrm>
        </p:spPr>
        <p:txBody>
          <a:bodyPr anchor="ctr">
            <a:normAutofit/>
          </a:bodyPr>
          <a:lstStyle/>
          <a:p>
            <a:pPr>
              <a:spcAft>
                <a:spcPts val="600"/>
              </a:spcAft>
            </a:pPr>
            <a:fld id="{2D995CF1-F602-45E6-BAFC-F00AFA1529B4}" type="datetime1">
              <a:rPr lang="en-US"/>
              <a:pPr>
                <a:spcAft>
                  <a:spcPts val="600"/>
                </a:spcAft>
              </a:pPr>
              <a:t>10/19/2026</a:t>
            </a:fld>
            <a:endParaRPr lang="zh-CN" altLang="en-US"/>
          </a:p>
        </p:txBody>
      </p:sp>
      <p:sp>
        <p:nvSpPr>
          <p:cNvPr id="17" name="Footer Placeholder 5">
            <a:extLst>
              <a:ext uri="{FF2B5EF4-FFF2-40B4-BE49-F238E27FC236}">
                <a16:creationId xmlns:a16="http://schemas.microsoft.com/office/drawing/2014/main" id="{46FC9560-7FFC-934D-1B10-3BE9A66F6E52}"/>
              </a:ext>
            </a:extLst>
          </p:cNvPr>
          <p:cNvSpPr>
            <a:spLocks noGrp="1"/>
          </p:cNvSpPr>
          <p:nvPr>
            <p:ph type="ftr" sz="quarter" idx="16"/>
          </p:nvPr>
        </p:nvSpPr>
        <p:spPr>
          <a:xfrm rot="16200000">
            <a:off x="-1131161" y="1592957"/>
            <a:ext cx="2973522" cy="365125"/>
          </a:xfrm>
        </p:spPr>
        <p:txBody>
          <a:bodyPr/>
          <a:lstStyle/>
          <a:p>
            <a:pPr>
              <a:spcAft>
                <a:spcPts val="600"/>
              </a:spcAft>
            </a:pPr>
            <a:r>
              <a:rPr lang="en-US"/>
              <a:t>
              </a:t>
            </a:r>
          </a:p>
        </p:txBody>
      </p:sp>
      <p:sp>
        <p:nvSpPr>
          <p:cNvPr id="6" name="灯片编号占位符 5">
            <a:extLst>
              <a:ext uri="{FF2B5EF4-FFF2-40B4-BE49-F238E27FC236}">
                <a16:creationId xmlns:a16="http://schemas.microsoft.com/office/drawing/2014/main" id="{B7BD6E0C-F932-0657-6399-FC4D31F16001}"/>
              </a:ext>
            </a:extLst>
          </p:cNvPr>
          <p:cNvSpPr>
            <a:spLocks noGrp="1"/>
          </p:cNvSpPr>
          <p:nvPr>
            <p:ph type="sldNum" sz="quarter" idx="17"/>
          </p:nvPr>
        </p:nvSpPr>
        <p:spPr>
          <a:xfrm>
            <a:off x="51117" y="6356350"/>
            <a:ext cx="574620" cy="365125"/>
          </a:xfrm>
        </p:spPr>
        <p:txBody>
          <a:bodyPr anchor="ctr">
            <a:normAutofit/>
          </a:bodyPr>
          <a:lstStyle/>
          <a:p>
            <a:pPr>
              <a:spcAft>
                <a:spcPts val="600"/>
              </a:spcAft>
            </a:pPr>
            <a:fld id="{079CB688-378F-4534-BFFE-AF122467FDB7}" type="slidenum">
              <a:rPr lang="zh-CN" altLang="en-US" smtClean="0"/>
              <a:pPr>
                <a:spcAft>
                  <a:spcPts val="600"/>
                </a:spcAft>
              </a:pPr>
              <a:t>2</a:t>
            </a:fld>
            <a:endParaRPr lang="zh-CN" altLang="en-US"/>
          </a:p>
        </p:txBody>
      </p:sp>
    </p:spTree>
    <p:extLst>
      <p:ext uri="{BB962C8B-B14F-4D97-AF65-F5344CB8AC3E}">
        <p14:creationId xmlns:p14="http://schemas.microsoft.com/office/powerpoint/2010/main" val="1269177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D565B-3694-0E1E-F7D4-5F20F30EF69E}"/>
              </a:ext>
            </a:extLst>
          </p:cNvPr>
          <p:cNvSpPr>
            <a:spLocks noGrp="1"/>
          </p:cNvSpPr>
          <p:nvPr>
            <p:ph type="title"/>
          </p:nvPr>
        </p:nvSpPr>
        <p:spPr/>
        <p:txBody>
          <a:bodyPr/>
          <a:lstStyle/>
          <a:p>
            <a:r>
              <a:rPr lang="zh-CN" b="1" dirty="0">
                <a:ea typeface="+mj-lt"/>
                <a:cs typeface="+mj-lt"/>
              </a:rPr>
              <a:t>Example: Minecraft</a:t>
            </a:r>
            <a:r>
              <a:rPr lang="zh-CN" altLang="en-US" b="1" dirty="0">
                <a:ea typeface="+mj-lt"/>
                <a:cs typeface="+mj-lt"/>
              </a:rPr>
              <a:t> </a:t>
            </a:r>
            <a:r>
              <a:rPr lang="en-US" altLang="zh-CN" b="1">
                <a:ea typeface="+mj-lt"/>
                <a:cs typeface="+mj-lt"/>
              </a:rPr>
              <a:t>&amp; Elden</a:t>
            </a:r>
            <a:r>
              <a:rPr lang="en-US" altLang="en-US" b="1" dirty="0">
                <a:ea typeface="+mj-lt"/>
                <a:cs typeface="+mj-lt"/>
              </a:rPr>
              <a:t> </a:t>
            </a:r>
            <a:r>
              <a:rPr lang="zh-CN" b="1" dirty="0">
                <a:ea typeface="+mj-lt"/>
                <a:cs typeface="+mj-lt"/>
              </a:rPr>
              <a:t>Ring</a:t>
            </a:r>
            <a:endParaRPr lang="zh-CN" dirty="0"/>
          </a:p>
        </p:txBody>
      </p:sp>
      <p:sp>
        <p:nvSpPr>
          <p:cNvPr id="3" name="内容占位符 2">
            <a:extLst>
              <a:ext uri="{FF2B5EF4-FFF2-40B4-BE49-F238E27FC236}">
                <a16:creationId xmlns:a16="http://schemas.microsoft.com/office/drawing/2014/main" id="{CF5B2575-E432-6C9C-13B7-4CC0DF404388}"/>
              </a:ext>
            </a:extLst>
          </p:cNvPr>
          <p:cNvSpPr>
            <a:spLocks noGrp="1"/>
          </p:cNvSpPr>
          <p:nvPr>
            <p:ph sz="quarter" idx="14"/>
          </p:nvPr>
        </p:nvSpPr>
        <p:spPr/>
        <p:txBody>
          <a:bodyPr vert="horz" lIns="91440" tIns="45720" rIns="91440" bIns="45720" rtlCol="0" anchor="t">
            <a:normAutofit/>
          </a:bodyPr>
          <a:lstStyle/>
          <a:p>
            <a:r>
              <a:rPr lang="zh-CN" altLang="en-US" sz="2000"/>
              <a:t>This starts to getting popluar recently when people found out you can use claude to backwarding old games, they realized they can merge two game together, so here it is Minecraft Ring, Tobny Jacobs under the help of claude, he made minecraft into an elden ring mod, the gameplay of minecraft into Elden ring's boss fight.</a:t>
            </a:r>
            <a:br>
              <a:rPr lang="zh-CN" altLang="en-US" sz="2000" dirty="0"/>
            </a:br>
            <a:r>
              <a:rPr lang="en-US" altLang="en-US" sz="2000" dirty="0">
                <a:hlinkClick r:id="rId2"/>
              </a:rPr>
              <a:t>https://x.com/i/trending/2104964358027542770?lang=en</a:t>
            </a:r>
            <a:endParaRPr lang="zh-CN" dirty="0"/>
          </a:p>
        </p:txBody>
      </p:sp>
      <p:pic>
        <p:nvPicPr>
          <p:cNvPr id="8" name="图片占位符 7">
            <a:extLst>
              <a:ext uri="{FF2B5EF4-FFF2-40B4-BE49-F238E27FC236}">
                <a16:creationId xmlns:a16="http://schemas.microsoft.com/office/drawing/2014/main" id="{41EDB882-1862-86AF-0811-ADAF3855C28E}"/>
              </a:ext>
            </a:extLst>
          </p:cNvPr>
          <p:cNvPicPr>
            <a:picLocks noGrp="1" noChangeAspect="1"/>
          </p:cNvPicPr>
          <p:nvPr>
            <p:ph type="pic" sz="quarter" idx="13"/>
          </p:nvPr>
        </p:nvPicPr>
        <p:blipFill>
          <a:blip r:embed="rId3"/>
          <a:srcRect l="14209" r="14209"/>
          <a:stretch/>
        </p:blipFill>
        <p:spPr>
          <a:xfrm>
            <a:off x="7379478" y="-1858"/>
            <a:ext cx="4815003" cy="6861716"/>
          </a:xfrm>
          <a:prstGeom prst="rect">
            <a:avLst/>
          </a:prstGeom>
          <a:blipFill>
            <a:blip r:embed="rId4">
              <a:alphaModFix amt="70000"/>
              <a:extLst>
                <a:ext uri="{28A0092B-C50C-407E-A947-70E740481C1C}">
                  <a14:useLocalDpi xmlns:a14="http://schemas.microsoft.com/office/drawing/2010/main" val="0"/>
                </a:ext>
              </a:extLst>
            </a:blip>
            <a:stretch>
              <a:fillRect/>
            </a:stretch>
          </a:blipFill>
        </p:spPr>
      </p:pic>
      <p:sp>
        <p:nvSpPr>
          <p:cNvPr id="5" name="日期占位符 4">
            <a:extLst>
              <a:ext uri="{FF2B5EF4-FFF2-40B4-BE49-F238E27FC236}">
                <a16:creationId xmlns:a16="http://schemas.microsoft.com/office/drawing/2014/main" id="{A603A570-C1FD-C38E-C890-5DD60BD77FD9}"/>
              </a:ext>
            </a:extLst>
          </p:cNvPr>
          <p:cNvSpPr>
            <a:spLocks noGrp="1"/>
          </p:cNvSpPr>
          <p:nvPr>
            <p:ph type="dt" sz="half" idx="15"/>
          </p:nvPr>
        </p:nvSpPr>
        <p:spPr/>
        <p:txBody>
          <a:bodyPr/>
          <a:lstStyle/>
          <a:p>
            <a:fld id="{46629CC3-DDA9-4E2E-ADEB-8833284B881E}" type="datetime1">
              <a:t>2026/10/19</a:t>
            </a:fld>
            <a:endParaRPr lang="en-US" dirty="0"/>
          </a:p>
        </p:txBody>
      </p:sp>
      <p:sp>
        <p:nvSpPr>
          <p:cNvPr id="6" name="页脚占位符 5">
            <a:extLst>
              <a:ext uri="{FF2B5EF4-FFF2-40B4-BE49-F238E27FC236}">
                <a16:creationId xmlns:a16="http://schemas.microsoft.com/office/drawing/2014/main" id="{038DA945-48A3-5B5D-3B50-46FB1BF5B4ED}"/>
              </a:ext>
            </a:extLst>
          </p:cNvPr>
          <p:cNvSpPr>
            <a:spLocks noGrp="1"/>
          </p:cNvSpPr>
          <p:nvPr>
            <p:ph type="ftr" sz="quarter" idx="16"/>
          </p:nvPr>
        </p:nvSpPr>
        <p:spPr/>
        <p:txBody>
          <a:bodyPr/>
          <a:lstStyle/>
          <a:p>
            <a:r>
              <a:rPr lang="en-US" dirty="0"/>
              <a:t>
              </a:t>
            </a:r>
          </a:p>
        </p:txBody>
      </p:sp>
      <p:sp>
        <p:nvSpPr>
          <p:cNvPr id="7" name="灯片编号占位符 6">
            <a:extLst>
              <a:ext uri="{FF2B5EF4-FFF2-40B4-BE49-F238E27FC236}">
                <a16:creationId xmlns:a16="http://schemas.microsoft.com/office/drawing/2014/main" id="{A46439FA-9170-80DA-7C38-00066E9D42BF}"/>
              </a:ext>
            </a:extLst>
          </p:cNvPr>
          <p:cNvSpPr>
            <a:spLocks noGrp="1"/>
          </p:cNvSpPr>
          <p:nvPr>
            <p:ph type="sldNum" sz="quarter" idx="17"/>
          </p:nvPr>
        </p:nvSpPr>
        <p:spPr/>
        <p:txBody>
          <a:bodyPr/>
          <a:lstStyle/>
          <a:p>
            <a:fld id="{2DE90F28-AFBB-4AB2-AA79-6D3F72ED131B}" type="slidenum">
              <a:rPr lang="en-US" dirty="0"/>
              <a:pPr/>
              <a:t>3</a:t>
            </a:fld>
            <a:endParaRPr lang="en-US" dirty="0"/>
          </a:p>
        </p:txBody>
      </p:sp>
    </p:spTree>
    <p:extLst>
      <p:ext uri="{BB962C8B-B14F-4D97-AF65-F5344CB8AC3E}">
        <p14:creationId xmlns:p14="http://schemas.microsoft.com/office/powerpoint/2010/main" val="42759452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110C3A3-54C9-A314-B35B-84CF13DE39A5}"/>
              </a:ext>
            </a:extLst>
          </p:cNvPr>
          <p:cNvSpPr>
            <a:spLocks noGrp="1"/>
          </p:cNvSpPr>
          <p:nvPr>
            <p:ph type="title"/>
          </p:nvPr>
        </p:nvSpPr>
        <p:spPr>
          <a:xfrm>
            <a:off x="731520" y="365760"/>
            <a:ext cx="10741152" cy="1132258"/>
          </a:xfrm>
        </p:spPr>
        <p:txBody>
          <a:bodyPr anchor="b">
            <a:normAutofit/>
          </a:bodyPr>
          <a:lstStyle/>
          <a:p>
            <a:r>
              <a:rPr lang="zh-CN" altLang="en-US"/>
              <a:t>How does it work?</a:t>
            </a:r>
          </a:p>
        </p:txBody>
      </p:sp>
      <p:sp>
        <p:nvSpPr>
          <p:cNvPr id="6" name="页脚占位符 5">
            <a:extLst>
              <a:ext uri="{FF2B5EF4-FFF2-40B4-BE49-F238E27FC236}">
                <a16:creationId xmlns:a16="http://schemas.microsoft.com/office/drawing/2014/main" id="{E98EEF62-6833-4941-8281-D99E885147AC}"/>
              </a:ext>
            </a:extLst>
          </p:cNvPr>
          <p:cNvSpPr>
            <a:spLocks noGrp="1"/>
          </p:cNvSpPr>
          <p:nvPr>
            <p:ph type="ftr" sz="quarter" idx="11"/>
          </p:nvPr>
        </p:nvSpPr>
        <p:spPr>
          <a:xfrm rot="16200000">
            <a:off x="-1131161" y="1592957"/>
            <a:ext cx="2973522" cy="365125"/>
          </a:xfrm>
        </p:spPr>
        <p:txBody>
          <a:bodyPr anchor="ctr">
            <a:normAutofit/>
          </a:bodyPr>
          <a:lstStyle/>
          <a:p>
            <a:pPr>
              <a:lnSpc>
                <a:spcPct val="90000"/>
              </a:lnSpc>
              <a:spcAft>
                <a:spcPts val="600"/>
              </a:spcAft>
            </a:pPr>
            <a:r>
              <a:rPr lang="en-US" sz="700"/>
              <a:t>
              </a:t>
            </a:r>
          </a:p>
        </p:txBody>
      </p:sp>
      <p:sp>
        <p:nvSpPr>
          <p:cNvPr id="3" name="内容占位符 2">
            <a:extLst>
              <a:ext uri="{FF2B5EF4-FFF2-40B4-BE49-F238E27FC236}">
                <a16:creationId xmlns:a16="http://schemas.microsoft.com/office/drawing/2014/main" id="{22CCE6BE-AB93-B6EF-F6A9-A68FC54E2C2A}"/>
              </a:ext>
            </a:extLst>
          </p:cNvPr>
          <p:cNvSpPr>
            <a:spLocks noGrp="1"/>
          </p:cNvSpPr>
          <p:nvPr>
            <p:ph idx="1"/>
          </p:nvPr>
        </p:nvSpPr>
        <p:spPr>
          <a:xfrm>
            <a:off x="731520" y="1658679"/>
            <a:ext cx="10780776" cy="4925000"/>
          </a:xfrm>
        </p:spPr>
        <p:txBody>
          <a:bodyPr vert="horz" lIns="91440" tIns="45720" rIns="91440" bIns="45720" rtlCol="0" anchor="t">
            <a:normAutofit/>
          </a:bodyPr>
          <a:lstStyle/>
          <a:p>
            <a:r>
              <a:rPr lang="zh-CN" altLang="en-US"/>
              <a:t>The most common way is: </a:t>
            </a:r>
            <a:r>
              <a:rPr lang="zh-CN" b="1"/>
              <a:t>The Bridge Method</a:t>
            </a:r>
            <a:endParaRPr lang="zh-CN"/>
          </a:p>
          <a:p>
            <a:r>
              <a:rPr lang="zh-CN" dirty="0"/>
              <a:t>Two original games run simultaneously in the background on your PC while communicating through shared memory to sync player positions, physics, and world hits</a:t>
            </a:r>
            <a:r>
              <a:rPr lang="en-US" altLang="zh-CN" dirty="0"/>
              <a:t>. (This is how Minecraft run inside Elden ring)</a:t>
            </a:r>
            <a:br>
              <a:rPr lang="en-US" altLang="zh-CN" dirty="0"/>
            </a:br>
            <a:r>
              <a:rPr lang="en-US" altLang="zh-CN" dirty="0"/>
              <a:t>It's doesn't has to be an AI to write the code in this way, buy AI is more efficient than human when it comes to "well known" ideas.</a:t>
            </a:r>
          </a:p>
        </p:txBody>
      </p:sp>
      <p:sp>
        <p:nvSpPr>
          <p:cNvPr id="5" name="日期占位符 4">
            <a:extLst>
              <a:ext uri="{FF2B5EF4-FFF2-40B4-BE49-F238E27FC236}">
                <a16:creationId xmlns:a16="http://schemas.microsoft.com/office/drawing/2014/main" id="{EE84C587-1D6F-7F17-A31E-554E02166BF1}"/>
              </a:ext>
            </a:extLst>
          </p:cNvPr>
          <p:cNvSpPr>
            <a:spLocks noGrp="1"/>
          </p:cNvSpPr>
          <p:nvPr>
            <p:ph type="dt" sz="half" idx="10"/>
          </p:nvPr>
        </p:nvSpPr>
        <p:spPr>
          <a:xfrm rot="5400000">
            <a:off x="10425981" y="4687095"/>
            <a:ext cx="2706690" cy="365125"/>
          </a:xfrm>
        </p:spPr>
        <p:txBody>
          <a:bodyPr anchor="ctr">
            <a:normAutofit/>
          </a:bodyPr>
          <a:lstStyle/>
          <a:p>
            <a:pPr>
              <a:spcAft>
                <a:spcPts val="600"/>
              </a:spcAft>
            </a:pPr>
            <a:fld id="{00FCD2DC-5B13-4687-B869-006845A49443}" type="datetime1">
              <a:rPr lang="en-US"/>
              <a:pPr>
                <a:spcAft>
                  <a:spcPts val="600"/>
                </a:spcAft>
              </a:pPr>
              <a:t>10/19/2026</a:t>
            </a:fld>
            <a:endParaRPr lang="en-US"/>
          </a:p>
        </p:txBody>
      </p:sp>
      <p:sp>
        <p:nvSpPr>
          <p:cNvPr id="7" name="灯片编号占位符 6">
            <a:extLst>
              <a:ext uri="{FF2B5EF4-FFF2-40B4-BE49-F238E27FC236}">
                <a16:creationId xmlns:a16="http://schemas.microsoft.com/office/drawing/2014/main" id="{E80C0A1D-B98D-A01E-E526-D13BC11E5757}"/>
              </a:ext>
            </a:extLst>
          </p:cNvPr>
          <p:cNvSpPr>
            <a:spLocks noGrp="1"/>
          </p:cNvSpPr>
          <p:nvPr>
            <p:ph type="sldNum" sz="quarter" idx="12"/>
          </p:nvPr>
        </p:nvSpPr>
        <p:spPr>
          <a:xfrm>
            <a:off x="11512296" y="6356350"/>
            <a:ext cx="574620" cy="365125"/>
          </a:xfrm>
        </p:spPr>
        <p:txBody>
          <a:bodyPr anchor="ctr">
            <a:normAutofit/>
          </a:bodyPr>
          <a:lstStyle/>
          <a:p>
            <a:pPr>
              <a:spcAft>
                <a:spcPts val="600"/>
              </a:spcAft>
            </a:pPr>
            <a:fld id="{2DE90F28-AFBB-4AB2-AA79-6D3F72ED131B}" type="slidenum">
              <a:rPr lang="en-US" dirty="0"/>
              <a:pPr>
                <a:spcAft>
                  <a:spcPts val="600"/>
                </a:spcAft>
              </a:pPr>
              <a:t>4</a:t>
            </a:fld>
            <a:endParaRPr lang="en-US"/>
          </a:p>
        </p:txBody>
      </p:sp>
    </p:spTree>
    <p:extLst>
      <p:ext uri="{BB962C8B-B14F-4D97-AF65-F5344CB8AC3E}">
        <p14:creationId xmlns:p14="http://schemas.microsoft.com/office/powerpoint/2010/main" val="13262438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B77CA5-B706-5DE8-8C81-9B84477ED75F}"/>
              </a:ext>
            </a:extLst>
          </p:cNvPr>
          <p:cNvSpPr>
            <a:spLocks noGrp="1"/>
          </p:cNvSpPr>
          <p:nvPr>
            <p:ph type="title"/>
          </p:nvPr>
        </p:nvSpPr>
        <p:spPr/>
        <p:txBody>
          <a:bodyPr/>
          <a:lstStyle/>
          <a:p>
            <a:r>
              <a:rPr lang="zh-CN" altLang="en-US"/>
              <a:t>Why does it matter?</a:t>
            </a:r>
          </a:p>
        </p:txBody>
      </p:sp>
      <p:sp>
        <p:nvSpPr>
          <p:cNvPr id="3" name="内容占位符 2">
            <a:extLst>
              <a:ext uri="{FF2B5EF4-FFF2-40B4-BE49-F238E27FC236}">
                <a16:creationId xmlns:a16="http://schemas.microsoft.com/office/drawing/2014/main" id="{17094434-50D2-54D2-EEA8-2942724B3AFB}"/>
              </a:ext>
            </a:extLst>
          </p:cNvPr>
          <p:cNvSpPr>
            <a:spLocks noGrp="1"/>
          </p:cNvSpPr>
          <p:nvPr>
            <p:ph sz="quarter" idx="14"/>
          </p:nvPr>
        </p:nvSpPr>
        <p:spPr/>
        <p:txBody>
          <a:bodyPr vert="horz" lIns="91440" tIns="45720" rIns="91440" bIns="45720" rtlCol="0" anchor="t">
            <a:normAutofit/>
          </a:bodyPr>
          <a:lstStyle/>
          <a:p>
            <a:pPr marL="285750" indent="-285750">
              <a:buFont typeface="Arial"/>
              <a:buChar char="•"/>
            </a:pPr>
            <a:r>
              <a:rPr lang="zh-CN" dirty="0">
                <a:ea typeface="+mn-lt"/>
                <a:cs typeface="+mn-lt"/>
              </a:rPr>
              <a:t>AI </a:t>
            </a:r>
            <a:r>
              <a:rPr lang="en-US" altLang="zh-CN" dirty="0">
                <a:ea typeface="+mn-lt"/>
                <a:cs typeface="+mn-lt"/>
              </a:rPr>
              <a:t>vibe</a:t>
            </a:r>
            <a:r>
              <a:rPr lang="zh-CN" altLang="en-US" dirty="0">
                <a:ea typeface="+mn-lt"/>
                <a:cs typeface="+mn-lt"/>
              </a:rPr>
              <a:t> </a:t>
            </a:r>
            <a:r>
              <a:rPr lang="zh-CN" dirty="0">
                <a:ea typeface="+mn-lt"/>
                <a:cs typeface="+mn-lt"/>
              </a:rPr>
              <a:t>coding may help small teams t</a:t>
            </a:r>
            <a:r>
              <a:rPr lang="en-US" altLang="zh-CN" dirty="0">
                <a:ea typeface="+mn-lt"/>
                <a:cs typeface="+mn-lt"/>
              </a:rPr>
              <a:t>o</a:t>
            </a:r>
            <a:r>
              <a:rPr lang="zh-CN" dirty="0">
                <a:ea typeface="+mn-lt"/>
                <a:cs typeface="+mn-lt"/>
              </a:rPr>
              <a:t> </a:t>
            </a:r>
            <a:r>
              <a:rPr lang="en-US" altLang="zh-CN" dirty="0">
                <a:ea typeface="+mn-lt"/>
                <a:cs typeface="+mn-lt"/>
              </a:rPr>
              <a:t>b</a:t>
            </a:r>
            <a:r>
              <a:rPr lang="zh-CN" dirty="0">
                <a:ea typeface="+mn-lt"/>
                <a:cs typeface="+mn-lt"/>
              </a:rPr>
              <a:t>e </a:t>
            </a:r>
            <a:r>
              <a:rPr lang="en-US" altLang="zh-CN" dirty="0">
                <a:ea typeface="+mn-lt"/>
                <a:cs typeface="+mn-lt"/>
              </a:rPr>
              <a:t>more</a:t>
            </a:r>
            <a:r>
              <a:rPr lang="zh-CN" dirty="0">
                <a:ea typeface="+mn-lt"/>
                <a:cs typeface="+mn-lt"/>
              </a:rPr>
              <a:t> e</a:t>
            </a:r>
            <a:r>
              <a:rPr lang="en-US" altLang="zh-CN" dirty="0" err="1">
                <a:ea typeface="+mn-lt"/>
                <a:cs typeface="+mn-lt"/>
              </a:rPr>
              <a:t>fficient</a:t>
            </a:r>
            <a:r>
              <a:rPr lang="en-US" altLang="zh-CN" dirty="0">
                <a:ea typeface="+mn-lt"/>
                <a:cs typeface="+mn-lt"/>
              </a:rPr>
              <a:t> not just mashup games.</a:t>
            </a:r>
            <a:endParaRPr lang="zh-CN" altLang="en-US" dirty="0"/>
          </a:p>
          <a:p>
            <a:pPr marL="285750" indent="-285750">
              <a:buFont typeface="Arial"/>
              <a:buChar char="•"/>
            </a:pPr>
            <a:r>
              <a:rPr lang="en-US" altLang="zh-CN">
                <a:ea typeface="+mn-lt"/>
                <a:cs typeface="+mn-lt"/>
              </a:rPr>
              <a:t>M</a:t>
            </a:r>
            <a:r>
              <a:rPr lang="zh-CN">
                <a:ea typeface="+mn-lt"/>
                <a:cs typeface="+mn-lt"/>
              </a:rPr>
              <a:t>ashups can</a:t>
            </a:r>
            <a:r>
              <a:rPr lang="zh-CN" altLang="en-US" dirty="0">
                <a:ea typeface="+mn-lt"/>
                <a:cs typeface="+mn-lt"/>
              </a:rPr>
              <a:t> </a:t>
            </a:r>
            <a:r>
              <a:rPr lang="zh-CN">
                <a:ea typeface="+mn-lt"/>
                <a:cs typeface="+mn-lt"/>
              </a:rPr>
              <a:t>offer a way to experiment with new gameplay ideas.</a:t>
            </a:r>
            <a:endParaRPr lang="zh-CN"/>
          </a:p>
          <a:p>
            <a:pPr marL="285750" indent="-285750">
              <a:buFont typeface="Arial"/>
              <a:buChar char="•"/>
            </a:pPr>
            <a:r>
              <a:rPr lang="zh-CN">
                <a:ea typeface="+mn-lt"/>
                <a:cs typeface="+mn-lt"/>
              </a:rPr>
              <a:t>Compatibility and testing remain major challenges</a:t>
            </a:r>
            <a:r>
              <a:rPr lang="en-US" altLang="zh-CN">
                <a:ea typeface="+mn-lt"/>
                <a:cs typeface="+mn-lt"/>
              </a:rPr>
              <a:t>,</a:t>
            </a:r>
            <a:r>
              <a:rPr lang="zh-CN" altLang="en-US" dirty="0">
                <a:ea typeface="+mn-lt"/>
                <a:cs typeface="+mn-lt"/>
              </a:rPr>
              <a:t> </a:t>
            </a:r>
            <a:r>
              <a:rPr lang="en-US" altLang="zh-CN">
                <a:ea typeface="+mn-lt"/>
                <a:cs typeface="+mn-lt"/>
              </a:rPr>
              <a:t>B</a:t>
            </a:r>
            <a:r>
              <a:rPr lang="zh-CN">
                <a:ea typeface="+mn-lt"/>
                <a:cs typeface="+mn-lt"/>
              </a:rPr>
              <a:t>u</a:t>
            </a:r>
            <a:r>
              <a:rPr lang="en-US" altLang="zh-CN">
                <a:ea typeface="+mn-lt"/>
                <a:cs typeface="+mn-lt"/>
              </a:rPr>
              <a:t>t</a:t>
            </a:r>
            <a:r>
              <a:rPr lang="zh-CN" dirty="0">
                <a:ea typeface="+mn-lt"/>
                <a:cs typeface="+mn-lt"/>
              </a:rPr>
              <a:t> </a:t>
            </a:r>
            <a:r>
              <a:rPr lang="en-US" altLang="zh-CN">
                <a:ea typeface="+mn-lt"/>
                <a:cs typeface="+mn-lt"/>
              </a:rPr>
              <a:t>this</a:t>
            </a:r>
            <a:r>
              <a:rPr lang="zh-CN" dirty="0">
                <a:ea typeface="+mn-lt"/>
                <a:cs typeface="+mn-lt"/>
              </a:rPr>
              <a:t> </a:t>
            </a:r>
            <a:r>
              <a:rPr lang="en-US" altLang="zh-CN">
                <a:ea typeface="+mn-lt"/>
                <a:cs typeface="+mn-lt"/>
              </a:rPr>
              <a:t>can</a:t>
            </a:r>
            <a:r>
              <a:rPr lang="zh-CN">
                <a:ea typeface="+mn-lt"/>
                <a:cs typeface="+mn-lt"/>
              </a:rPr>
              <a:t> b</a:t>
            </a:r>
            <a:r>
              <a:rPr lang="en-US" altLang="zh-CN">
                <a:ea typeface="+mn-lt"/>
                <a:cs typeface="+mn-lt"/>
              </a:rPr>
              <a:t>e</a:t>
            </a:r>
            <a:r>
              <a:rPr lang="zh-CN" altLang="en-US">
                <a:ea typeface="+mn-lt"/>
                <a:cs typeface="+mn-lt"/>
              </a:rPr>
              <a:t> reduced alot when AI steps in to help debugging</a:t>
            </a:r>
            <a:endParaRPr lang="zh-CN" altLang="en-US"/>
          </a:p>
          <a:p>
            <a:endParaRPr lang="zh-CN" altLang="en-US" dirty="0"/>
          </a:p>
        </p:txBody>
      </p:sp>
      <p:pic>
        <p:nvPicPr>
          <p:cNvPr id="8" name="图片占位符 7" descr="屏幕上有字&#10;&#10;AI 生成的内容可能不正确。">
            <a:extLst>
              <a:ext uri="{FF2B5EF4-FFF2-40B4-BE49-F238E27FC236}">
                <a16:creationId xmlns:a16="http://schemas.microsoft.com/office/drawing/2014/main" id="{6BC15CBF-A33B-65F6-894B-2C2FAC65411F}"/>
              </a:ext>
            </a:extLst>
          </p:cNvPr>
          <p:cNvPicPr>
            <a:picLocks noGrp="1" noChangeAspect="1"/>
          </p:cNvPicPr>
          <p:nvPr>
            <p:ph type="pic" sz="quarter" idx="13"/>
          </p:nvPr>
        </p:nvPicPr>
        <p:blipFill>
          <a:blip r:embed="rId2"/>
          <a:srcRect t="2171" b="2171"/>
          <a:stretch/>
        </p:blipFill>
        <p:spPr>
          <a:xfrm>
            <a:off x="7391738" y="1587"/>
            <a:ext cx="4798482" cy="6854825"/>
          </a:xfrm>
          <a:prstGeom prst="rect">
            <a:avLst/>
          </a:prstGeom>
          <a:blipFill>
            <a:blip r:embed="rId3">
              <a:alphaModFix amt="70000"/>
              <a:extLst>
                <a:ext uri="{28A0092B-C50C-407E-A947-70E740481C1C}">
                  <a14:useLocalDpi xmlns:a14="http://schemas.microsoft.com/office/drawing/2010/main" val="0"/>
                </a:ext>
              </a:extLst>
            </a:blip>
            <a:stretch>
              <a:fillRect/>
            </a:stretch>
          </a:blipFill>
        </p:spPr>
      </p:pic>
      <p:sp>
        <p:nvSpPr>
          <p:cNvPr id="5" name="日期占位符 4">
            <a:extLst>
              <a:ext uri="{FF2B5EF4-FFF2-40B4-BE49-F238E27FC236}">
                <a16:creationId xmlns:a16="http://schemas.microsoft.com/office/drawing/2014/main" id="{146ABDA1-5FC5-39B5-176B-26CC9BFF2CEE}"/>
              </a:ext>
            </a:extLst>
          </p:cNvPr>
          <p:cNvSpPr>
            <a:spLocks noGrp="1"/>
          </p:cNvSpPr>
          <p:nvPr>
            <p:ph type="dt" sz="half" idx="15"/>
          </p:nvPr>
        </p:nvSpPr>
        <p:spPr/>
        <p:txBody>
          <a:bodyPr/>
          <a:lstStyle/>
          <a:p>
            <a:fld id="{49F5C17A-3406-4CD5-9D32-1E98A54E38BD}" type="datetime1">
              <a:t>10/19/2026</a:t>
            </a:fld>
            <a:endParaRPr lang="en-US" dirty="0"/>
          </a:p>
        </p:txBody>
      </p:sp>
      <p:sp>
        <p:nvSpPr>
          <p:cNvPr id="6" name="页脚占位符 5">
            <a:extLst>
              <a:ext uri="{FF2B5EF4-FFF2-40B4-BE49-F238E27FC236}">
                <a16:creationId xmlns:a16="http://schemas.microsoft.com/office/drawing/2014/main" id="{AE795172-C157-7774-D8C5-5AF97EA26743}"/>
              </a:ext>
            </a:extLst>
          </p:cNvPr>
          <p:cNvSpPr>
            <a:spLocks noGrp="1"/>
          </p:cNvSpPr>
          <p:nvPr>
            <p:ph type="ftr" sz="quarter" idx="16"/>
          </p:nvPr>
        </p:nvSpPr>
        <p:spPr/>
        <p:txBody>
          <a:bodyPr/>
          <a:lstStyle/>
          <a:p>
            <a:r>
              <a:rPr lang="en-US" dirty="0"/>
              <a:t>
              </a:t>
            </a:r>
          </a:p>
        </p:txBody>
      </p:sp>
      <p:sp>
        <p:nvSpPr>
          <p:cNvPr id="7" name="灯片编号占位符 6">
            <a:extLst>
              <a:ext uri="{FF2B5EF4-FFF2-40B4-BE49-F238E27FC236}">
                <a16:creationId xmlns:a16="http://schemas.microsoft.com/office/drawing/2014/main" id="{8BC62215-D816-1966-2071-89E85A666198}"/>
              </a:ext>
            </a:extLst>
          </p:cNvPr>
          <p:cNvSpPr>
            <a:spLocks noGrp="1"/>
          </p:cNvSpPr>
          <p:nvPr>
            <p:ph type="sldNum" sz="quarter" idx="17"/>
          </p:nvPr>
        </p:nvSpPr>
        <p:spPr/>
        <p:txBody>
          <a:bodyPr/>
          <a:lstStyle/>
          <a:p>
            <a:fld id="{2DE90F28-AFBB-4AB2-AA79-6D3F72ED131B}" type="slidenum">
              <a:rPr lang="en-US" dirty="0"/>
              <a:pPr/>
              <a:t>5</a:t>
            </a:fld>
            <a:endParaRPr lang="en-US" dirty="0"/>
          </a:p>
        </p:txBody>
      </p:sp>
    </p:spTree>
    <p:extLst>
      <p:ext uri="{BB962C8B-B14F-4D97-AF65-F5344CB8AC3E}">
        <p14:creationId xmlns:p14="http://schemas.microsoft.com/office/powerpoint/2010/main" val="26308278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63ED4C-8C5D-3666-07B3-3E224EA53D3F}"/>
              </a:ext>
            </a:extLst>
          </p:cNvPr>
          <p:cNvSpPr>
            <a:spLocks noGrp="1"/>
          </p:cNvSpPr>
          <p:nvPr>
            <p:ph type="title"/>
          </p:nvPr>
        </p:nvSpPr>
        <p:spPr/>
        <p:txBody>
          <a:bodyPr/>
          <a:lstStyle/>
          <a:p>
            <a:r>
              <a:rPr lang="zh-CN"/>
              <a:t>CONCLUSION</a:t>
            </a:r>
          </a:p>
        </p:txBody>
      </p:sp>
      <p:sp>
        <p:nvSpPr>
          <p:cNvPr id="3" name="内容占位符 2">
            <a:extLst>
              <a:ext uri="{FF2B5EF4-FFF2-40B4-BE49-F238E27FC236}">
                <a16:creationId xmlns:a16="http://schemas.microsoft.com/office/drawing/2014/main" id="{1B6F6BD9-37CC-6A65-D0A0-1BF390D7CF89}"/>
              </a:ext>
            </a:extLst>
          </p:cNvPr>
          <p:cNvSpPr>
            <a:spLocks noGrp="1"/>
          </p:cNvSpPr>
          <p:nvPr>
            <p:ph sz="quarter" idx="14"/>
          </p:nvPr>
        </p:nvSpPr>
        <p:spPr/>
        <p:txBody>
          <a:bodyPr vert="horz" lIns="91440" tIns="45720" rIns="91440" bIns="45720" rtlCol="0" anchor="t">
            <a:normAutofit/>
          </a:bodyPr>
          <a:lstStyle/>
          <a:p>
            <a:r>
              <a:rPr lang="zh-CN" dirty="0"/>
              <a:t>AI </a:t>
            </a:r>
            <a:r>
              <a:rPr lang="en-US" altLang="zh-CN" dirty="0"/>
              <a:t>v</a:t>
            </a:r>
            <a:r>
              <a:rPr lang="zh-CN" dirty="0"/>
              <a:t>i</a:t>
            </a:r>
            <a:r>
              <a:rPr lang="en-US" altLang="zh-CN" dirty="0"/>
              <a:t>be</a:t>
            </a:r>
            <a:r>
              <a:rPr lang="zh-CN" dirty="0"/>
              <a:t> </a:t>
            </a:r>
            <a:r>
              <a:rPr lang="en-US" altLang="zh-CN"/>
              <a:t>coding </a:t>
            </a:r>
            <a:r>
              <a:rPr lang="zh-CN" dirty="0"/>
              <a:t>may help more creators experiment with game </a:t>
            </a:r>
            <a:r>
              <a:rPr lang="zh-CN"/>
              <a:t>mashups</a:t>
            </a:r>
            <a:r>
              <a:rPr lang="en-US" altLang="zh-CN"/>
              <a:t>,</a:t>
            </a:r>
            <a:r>
              <a:rPr lang="zh-CN" altLang="en-US" dirty="0"/>
              <a:t> </a:t>
            </a:r>
            <a:r>
              <a:rPr lang="en-US" altLang="zh-CN"/>
              <a:t>but d</a:t>
            </a:r>
            <a:r>
              <a:rPr lang="zh-CN"/>
              <a:t>evelopers still need to connect the games reliably and </a:t>
            </a:r>
            <a:r>
              <a:rPr lang="zh-CN" dirty="0"/>
              <a:t>test the result.</a:t>
            </a:r>
          </a:p>
          <a:p>
            <a:endParaRPr lang="zh-CN" altLang="en-US" dirty="0"/>
          </a:p>
          <a:p>
            <a:r>
              <a:rPr lang="zh-CN" altLang="en-US"/>
              <a:t>Minecraft Ring: </a:t>
            </a:r>
            <a:r>
              <a:rPr lang="zh-CN" altLang="en-US" dirty="0">
                <a:hlinkClick r:id="rId2"/>
              </a:rPr>
              <a:t>https://www.youtube.com/watch?v=TmgAK5JjcDM</a:t>
            </a:r>
            <a:br>
              <a:rPr lang="zh-CN" altLang="en-US" dirty="0"/>
            </a:br>
            <a:r>
              <a:rPr lang="zh-CN" altLang="en-US"/>
              <a:t>Some software helps with merge games: </a:t>
            </a:r>
            <a:r>
              <a:rPr lang="zh-CN" altLang="en-US" dirty="0">
                <a:hlinkClick r:id="rId3"/>
              </a:rPr>
              <a:t>https://melty.gg/</a:t>
            </a:r>
            <a:endParaRPr lang="zh-CN" altLang="en-US" dirty="0"/>
          </a:p>
        </p:txBody>
      </p:sp>
      <p:sp>
        <p:nvSpPr>
          <p:cNvPr id="4" name="图片占位符 3">
            <a:extLst>
              <a:ext uri="{FF2B5EF4-FFF2-40B4-BE49-F238E27FC236}">
                <a16:creationId xmlns:a16="http://schemas.microsoft.com/office/drawing/2014/main" id="{37ED6DAD-C971-9E33-3DAC-62F907A7BBBD}"/>
              </a:ext>
            </a:extLst>
          </p:cNvPr>
          <p:cNvSpPr>
            <a:spLocks noGrp="1" noChangeAspect="1"/>
          </p:cNvSpPr>
          <p:nvPr>
            <p:ph type="pic" sz="quarter" idx="13"/>
          </p:nvPr>
        </p:nvSpPr>
        <p:spPr/>
      </p:sp>
      <p:sp>
        <p:nvSpPr>
          <p:cNvPr id="5" name="日期占位符 4">
            <a:extLst>
              <a:ext uri="{FF2B5EF4-FFF2-40B4-BE49-F238E27FC236}">
                <a16:creationId xmlns:a16="http://schemas.microsoft.com/office/drawing/2014/main" id="{936FC195-276D-95E7-DA14-120C3ED4B474}"/>
              </a:ext>
            </a:extLst>
          </p:cNvPr>
          <p:cNvSpPr>
            <a:spLocks noGrp="1"/>
          </p:cNvSpPr>
          <p:nvPr>
            <p:ph type="dt" sz="half" idx="15"/>
          </p:nvPr>
        </p:nvSpPr>
        <p:spPr/>
        <p:txBody>
          <a:bodyPr/>
          <a:lstStyle/>
          <a:p>
            <a:fld id="{D0E1BD23-6D7F-4D20-950B-ACAE74369E0D}" type="datetime1">
              <a:t>10/19/2026</a:t>
            </a:fld>
            <a:endParaRPr lang="en-US" dirty="0"/>
          </a:p>
        </p:txBody>
      </p:sp>
      <p:sp>
        <p:nvSpPr>
          <p:cNvPr id="6" name="页脚占位符 5">
            <a:extLst>
              <a:ext uri="{FF2B5EF4-FFF2-40B4-BE49-F238E27FC236}">
                <a16:creationId xmlns:a16="http://schemas.microsoft.com/office/drawing/2014/main" id="{C3ACF131-BAD5-F22E-2A36-7DDCD58E1B95}"/>
              </a:ext>
            </a:extLst>
          </p:cNvPr>
          <p:cNvSpPr>
            <a:spLocks noGrp="1"/>
          </p:cNvSpPr>
          <p:nvPr>
            <p:ph type="ftr" sz="quarter" idx="16"/>
          </p:nvPr>
        </p:nvSpPr>
        <p:spPr/>
        <p:txBody>
          <a:bodyPr/>
          <a:lstStyle/>
          <a:p>
            <a:r>
              <a:rPr lang="en-US" dirty="0"/>
              <a:t>
              </a:t>
            </a:r>
          </a:p>
        </p:txBody>
      </p:sp>
      <p:sp>
        <p:nvSpPr>
          <p:cNvPr id="7" name="灯片编号占位符 6">
            <a:extLst>
              <a:ext uri="{FF2B5EF4-FFF2-40B4-BE49-F238E27FC236}">
                <a16:creationId xmlns:a16="http://schemas.microsoft.com/office/drawing/2014/main" id="{9589A16C-0B31-CE3D-5D05-3B88B05023CE}"/>
              </a:ext>
            </a:extLst>
          </p:cNvPr>
          <p:cNvSpPr>
            <a:spLocks noGrp="1"/>
          </p:cNvSpPr>
          <p:nvPr>
            <p:ph type="sldNum" sz="quarter" idx="17"/>
          </p:nvPr>
        </p:nvSpPr>
        <p:spPr/>
        <p:txBody>
          <a:bodyPr/>
          <a:lstStyle/>
          <a:p>
            <a:fld id="{2DE90F28-AFBB-4AB2-AA79-6D3F72ED131B}" type="slidenum">
              <a:rPr lang="en-US" dirty="0"/>
              <a:pPr/>
              <a:t>6</a:t>
            </a:fld>
            <a:endParaRPr lang="en-US" dirty="0"/>
          </a:p>
        </p:txBody>
      </p:sp>
    </p:spTree>
    <p:extLst>
      <p:ext uri="{BB962C8B-B14F-4D97-AF65-F5344CB8AC3E}">
        <p14:creationId xmlns:p14="http://schemas.microsoft.com/office/powerpoint/2010/main" val="764453327"/>
      </p:ext>
    </p:extLst>
  </p:cSld>
  <p:clrMapOvr>
    <a:masterClrMapping/>
  </p:clrMapOvr>
</p:sld>
</file>

<file path=ppt/theme/theme1.xml><?xml version="1.0" encoding="utf-8"?>
<a:theme xmlns:a="http://schemas.openxmlformats.org/drawingml/2006/main" name="Archway">
  <a:themeElements>
    <a:clrScheme name="Archway">
      <a:dk1>
        <a:sysClr val="windowText" lastClr="000000"/>
      </a:dk1>
      <a:lt1>
        <a:sysClr val="window" lastClr="FFFFFF"/>
      </a:lt1>
      <a:dk2>
        <a:srgbClr val="424C4E"/>
      </a:dk2>
      <a:lt2>
        <a:srgbClr val="EDE9E7"/>
      </a:lt2>
      <a:accent1>
        <a:srgbClr val="9FA597"/>
      </a:accent1>
      <a:accent2>
        <a:srgbClr val="AEA67E"/>
      </a:accent2>
      <a:accent3>
        <a:srgbClr val="957D71"/>
      </a:accent3>
      <a:accent4>
        <a:srgbClr val="C88769"/>
      </a:accent4>
      <a:accent5>
        <a:srgbClr val="97A4AA"/>
      </a:accent5>
      <a:accent6>
        <a:srgbClr val="9FA4A5"/>
      </a:accent6>
      <a:hlink>
        <a:srgbClr val="8C9484"/>
      </a:hlink>
      <a:folHlink>
        <a:srgbClr val="C17957"/>
      </a:folHlink>
    </a:clrScheme>
    <a:fontScheme name="Archway">
      <a:majorFont>
        <a:latin typeface="Felix Titling"/>
        <a:ea typeface=""/>
        <a:cs typeface=""/>
      </a:majorFont>
      <a:minorFont>
        <a:latin typeface="Goudy Old Style" panose="02020502050305020303"/>
        <a:ea typeface=""/>
        <a:cs typeface=""/>
      </a:minorFont>
    </a:fontScheme>
    <a:fmtScheme name="Archway">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rchway" id="{15BC1FC9-F32C-4048-9052-439CED41F932}" vid="{4FF12325-B8E7-401C-AF33-78C72DDA2CB7}"/>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宽屏</PresentationFormat>
  <Paragraphs>0</Paragraphs>
  <Slides>6</Slides>
  <Notes>0</Notes>
  <HiddenSlides>0</HiddenSlides>
  <MMClips>0</MMClips>
  <ScaleCrop>false</ScaleCrop>
  <HeadingPairs>
    <vt:vector size="4" baseType="variant">
      <vt:variant>
        <vt:lpstr>主题</vt:lpstr>
      </vt:variant>
      <vt:variant>
        <vt:i4>1</vt:i4>
      </vt:variant>
      <vt:variant>
        <vt:lpstr>幻灯片标题</vt:lpstr>
      </vt:variant>
      <vt:variant>
        <vt:i4>6</vt:i4>
      </vt:variant>
    </vt:vector>
  </HeadingPairs>
  <TitlesOfParts>
    <vt:vector size="7" baseType="lpstr">
      <vt:lpstr>Archway</vt:lpstr>
      <vt:lpstr>AI-Assisted Game Mashups</vt:lpstr>
      <vt:lpstr>What Is a Game Mashup?</vt:lpstr>
      <vt:lpstr>Example: Minecraft &amp; Elden Ring</vt:lpstr>
      <vt:lpstr>How does it work?</vt:lpstr>
      <vt:lpstr>Why does it matter?</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164</cp:revision>
  <dcterms:created xsi:type="dcterms:W3CDTF">2026-10-19T22:57:07Z</dcterms:created>
  <dcterms:modified xsi:type="dcterms:W3CDTF">2026-10-20T02:50:52Z</dcterms:modified>
</cp:coreProperties>
</file>